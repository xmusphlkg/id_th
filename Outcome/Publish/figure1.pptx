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6" r:id="rId2"/>
  </p:sldIdLst>
  <p:sldSz cx="12192000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CEC7"/>
    <a:srgbClr val="819AB5"/>
    <a:srgbClr val="929DA5"/>
    <a:srgbClr val="D4E7EB"/>
    <a:srgbClr val="0D1011"/>
    <a:srgbClr val="DFD3E1"/>
    <a:srgbClr val="FEFEFE"/>
    <a:srgbClr val="D7E6D3"/>
    <a:srgbClr val="F6E5C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DDBBB2-5181-4D59-80B7-4B45A1F51F0B}" v="123" dt="2026-04-07T11:58:04.97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7368" autoAdjust="0"/>
  </p:normalViewPr>
  <p:slideViewPr>
    <p:cSldViewPr snapToGrid="0">
      <p:cViewPr varScale="1">
        <p:scale>
          <a:sx n="101" d="100"/>
          <a:sy n="101" d="100"/>
        </p:scale>
        <p:origin x="236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ner Lee" userId="cf76493bb23050a9" providerId="LiveId" clId="{521B8947-B049-4A18-89DE-9BE87A539892}"/>
    <pc:docChg chg="undo redo custSel addSld modSld">
      <pc:chgData name="Conner Lee" userId="cf76493bb23050a9" providerId="LiveId" clId="{521B8947-B049-4A18-89DE-9BE87A539892}" dt="2026-04-07T11:58:04.979" v="2117" actId="164"/>
      <pc:docMkLst>
        <pc:docMk/>
      </pc:docMkLst>
      <pc:sldChg chg="addSp delSp modSp new mod modNotesTx">
        <pc:chgData name="Conner Lee" userId="cf76493bb23050a9" providerId="LiveId" clId="{521B8947-B049-4A18-89DE-9BE87A539892}" dt="2026-04-07T11:58:04.979" v="2117" actId="164"/>
        <pc:sldMkLst>
          <pc:docMk/>
          <pc:sldMk cId="1826130356" sldId="256"/>
        </pc:sldMkLst>
        <pc:spChg chg="del">
          <ac:chgData name="Conner Lee" userId="cf76493bb23050a9" providerId="LiveId" clId="{521B8947-B049-4A18-89DE-9BE87A539892}" dt="2026-04-07T09:41:35.895" v="1" actId="478"/>
          <ac:spMkLst>
            <pc:docMk/>
            <pc:sldMk cId="1826130356" sldId="256"/>
            <ac:spMk id="2" creationId="{CBCBDFC3-90A5-3CBA-0565-39CCC7CFEEEC}"/>
          </ac:spMkLst>
        </pc:spChg>
        <pc:spChg chg="del">
          <ac:chgData name="Conner Lee" userId="cf76493bb23050a9" providerId="LiveId" clId="{521B8947-B049-4A18-89DE-9BE87A539892}" dt="2026-04-07T09:41:36.889" v="2" actId="478"/>
          <ac:spMkLst>
            <pc:docMk/>
            <pc:sldMk cId="1826130356" sldId="256"/>
            <ac:spMk id="3" creationId="{25135F26-28D7-9DBF-5F60-72625DE0B1E2}"/>
          </ac:spMkLst>
        </pc:spChg>
        <pc:spChg chg="add mod">
          <ac:chgData name="Conner Lee" userId="cf76493bb23050a9" providerId="LiveId" clId="{521B8947-B049-4A18-89DE-9BE87A539892}" dt="2026-04-07T11:24:42.303" v="1417" actId="14100"/>
          <ac:spMkLst>
            <pc:docMk/>
            <pc:sldMk cId="1826130356" sldId="256"/>
            <ac:spMk id="6" creationId="{70919E6B-A418-BF99-23AE-C02458949052}"/>
          </ac:spMkLst>
        </pc:spChg>
        <pc:spChg chg="add mod">
          <ac:chgData name="Conner Lee" userId="cf76493bb23050a9" providerId="LiveId" clId="{521B8947-B049-4A18-89DE-9BE87A539892}" dt="2026-04-07T11:43:04.902" v="1819" actId="403"/>
          <ac:spMkLst>
            <pc:docMk/>
            <pc:sldMk cId="1826130356" sldId="256"/>
            <ac:spMk id="10" creationId="{4060B06F-F00C-A947-28BA-FB2E453B2915}"/>
          </ac:spMkLst>
        </pc:spChg>
        <pc:spChg chg="add mod topLvl">
          <ac:chgData name="Conner Lee" userId="cf76493bb23050a9" providerId="LiveId" clId="{521B8947-B049-4A18-89DE-9BE87A539892}" dt="2026-04-07T11:58:04.979" v="2117" actId="164"/>
          <ac:spMkLst>
            <pc:docMk/>
            <pc:sldMk cId="1826130356" sldId="256"/>
            <ac:spMk id="15" creationId="{E14BE0C9-2E14-172E-4838-395BA2CA63BF}"/>
          </ac:spMkLst>
        </pc:spChg>
        <pc:spChg chg="add mod topLvl">
          <ac:chgData name="Conner Lee" userId="cf76493bb23050a9" providerId="LiveId" clId="{521B8947-B049-4A18-89DE-9BE87A539892}" dt="2026-04-07T11:58:04.979" v="2117" actId="164"/>
          <ac:spMkLst>
            <pc:docMk/>
            <pc:sldMk cId="1826130356" sldId="256"/>
            <ac:spMk id="16" creationId="{4B8456BD-A462-E0C0-AAF7-C688BA9B0753}"/>
          </ac:spMkLst>
        </pc:spChg>
        <pc:spChg chg="add del mod topLvl">
          <ac:chgData name="Conner Lee" userId="cf76493bb23050a9" providerId="LiveId" clId="{521B8947-B049-4A18-89DE-9BE87A539892}" dt="2026-04-07T11:31:20.719" v="1536" actId="478"/>
          <ac:spMkLst>
            <pc:docMk/>
            <pc:sldMk cId="1826130356" sldId="256"/>
            <ac:spMk id="27" creationId="{E4A08439-FB04-DB87-CEBE-D1E681810C88}"/>
          </ac:spMkLst>
        </pc:spChg>
        <pc:spChg chg="add mod topLvl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32" creationId="{A128A278-7044-351B-4F61-F95F3C9973CE}"/>
          </ac:spMkLst>
        </pc:spChg>
        <pc:spChg chg="add mod topLvl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33" creationId="{D533C7A1-E765-2EF2-5BA9-E9B2F0ED4049}"/>
          </ac:spMkLst>
        </pc:spChg>
        <pc:spChg chg="mod">
          <ac:chgData name="Conner Lee" userId="cf76493bb23050a9" providerId="LiveId" clId="{521B8947-B049-4A18-89DE-9BE87A539892}" dt="2026-04-07T11:52:51.059" v="2068" actId="14100"/>
          <ac:spMkLst>
            <pc:docMk/>
            <pc:sldMk cId="1826130356" sldId="256"/>
            <ac:spMk id="36" creationId="{70BEBCF3-6C84-2450-F6AD-539F864FDD75}"/>
          </ac:spMkLst>
        </pc:spChg>
        <pc:spChg chg="mod">
          <ac:chgData name="Conner Lee" userId="cf76493bb23050a9" providerId="LiveId" clId="{521B8947-B049-4A18-89DE-9BE87A539892}" dt="2026-04-07T11:51:14.197" v="2055" actId="14100"/>
          <ac:spMkLst>
            <pc:docMk/>
            <pc:sldMk cId="1826130356" sldId="256"/>
            <ac:spMk id="37" creationId="{D6B1426C-7595-8ECA-3C5A-1BDC29A80BBC}"/>
          </ac:spMkLst>
        </pc:spChg>
        <pc:spChg chg="mod topLvl">
          <ac:chgData name="Conner Lee" userId="cf76493bb23050a9" providerId="LiveId" clId="{521B8947-B049-4A18-89DE-9BE87A539892}" dt="2026-04-07T11:58:04.979" v="2117" actId="164"/>
          <ac:spMkLst>
            <pc:docMk/>
            <pc:sldMk cId="1826130356" sldId="256"/>
            <ac:spMk id="39" creationId="{45EA808B-57E1-EB1F-32FB-5A7F2CCDF26E}"/>
          </ac:spMkLst>
        </pc:spChg>
        <pc:spChg chg="mod topLvl">
          <ac:chgData name="Conner Lee" userId="cf76493bb23050a9" providerId="LiveId" clId="{521B8947-B049-4A18-89DE-9BE87A539892}" dt="2026-04-07T11:58:04.979" v="2117" actId="164"/>
          <ac:spMkLst>
            <pc:docMk/>
            <pc:sldMk cId="1826130356" sldId="256"/>
            <ac:spMk id="40" creationId="{91BB0B0F-D506-E11A-37AD-451889AD53C8}"/>
          </ac:spMkLst>
        </pc:spChg>
        <pc:spChg chg="mod">
          <ac:chgData name="Conner Lee" userId="cf76493bb23050a9" providerId="LiveId" clId="{521B8947-B049-4A18-89DE-9BE87A539892}" dt="2026-04-07T11:54:00.581" v="2087" actId="165"/>
          <ac:spMkLst>
            <pc:docMk/>
            <pc:sldMk cId="1826130356" sldId="256"/>
            <ac:spMk id="42" creationId="{391A6EFC-AD30-9EB0-111C-D54B0363C369}"/>
          </ac:spMkLst>
        </pc:spChg>
        <pc:spChg chg="mod">
          <ac:chgData name="Conner Lee" userId="cf76493bb23050a9" providerId="LiveId" clId="{521B8947-B049-4A18-89DE-9BE87A539892}" dt="2026-04-07T11:54:00.581" v="2087" actId="165"/>
          <ac:spMkLst>
            <pc:docMk/>
            <pc:sldMk cId="1826130356" sldId="256"/>
            <ac:spMk id="43" creationId="{EE3F59A0-D790-AB1F-D57E-5FF5F1AE4D13}"/>
          </ac:spMkLst>
        </pc:spChg>
        <pc:spChg chg="mod">
          <ac:chgData name="Conner Lee" userId="cf76493bb23050a9" providerId="LiveId" clId="{521B8947-B049-4A18-89DE-9BE87A539892}" dt="2026-04-07T11:14:49.524" v="1398" actId="14100"/>
          <ac:spMkLst>
            <pc:docMk/>
            <pc:sldMk cId="1826130356" sldId="256"/>
            <ac:spMk id="45" creationId="{9810FAA2-2FED-9388-91F3-0F99D9DE0FEC}"/>
          </ac:spMkLst>
        </pc:spChg>
        <pc:spChg chg="mod">
          <ac:chgData name="Conner Lee" userId="cf76493bb23050a9" providerId="LiveId" clId="{521B8947-B049-4A18-89DE-9BE87A539892}" dt="2026-04-07T10:17:35.855" v="1031" actId="20577"/>
          <ac:spMkLst>
            <pc:docMk/>
            <pc:sldMk cId="1826130356" sldId="256"/>
            <ac:spMk id="46" creationId="{DED1C1C0-943B-9568-DC59-3BFF0242EAFF}"/>
          </ac:spMkLst>
        </pc:spChg>
        <pc:spChg chg="add del mod topLvl">
          <ac:chgData name="Conner Lee" userId="cf76493bb23050a9" providerId="LiveId" clId="{521B8947-B049-4A18-89DE-9BE87A539892}" dt="2026-04-07T11:35:34.375" v="1660" actId="478"/>
          <ac:spMkLst>
            <pc:docMk/>
            <pc:sldMk cId="1826130356" sldId="256"/>
            <ac:spMk id="51" creationId="{AC954D9C-96F1-11D6-8D0A-9D7B7E488652}"/>
          </ac:spMkLst>
        </pc:spChg>
        <pc:spChg chg="add del mod">
          <ac:chgData name="Conner Lee" userId="cf76493bb23050a9" providerId="LiveId" clId="{521B8947-B049-4A18-89DE-9BE87A539892}" dt="2026-04-07T10:11:49.819" v="631" actId="11529"/>
          <ac:spMkLst>
            <pc:docMk/>
            <pc:sldMk cId="1826130356" sldId="256"/>
            <ac:spMk id="60" creationId="{949719EB-6C0A-116C-AB9A-6A86C12BEF99}"/>
          </ac:spMkLst>
        </pc:spChg>
        <pc:spChg chg="add mod">
          <ac:chgData name="Conner Lee" userId="cf76493bb23050a9" providerId="LiveId" clId="{521B8947-B049-4A18-89DE-9BE87A539892}" dt="2026-04-07T11:33:12.309" v="1596" actId="165"/>
          <ac:spMkLst>
            <pc:docMk/>
            <pc:sldMk cId="1826130356" sldId="256"/>
            <ac:spMk id="63" creationId="{6FF88887-0C93-4438-D0AD-ED11D8F7A464}"/>
          </ac:spMkLst>
        </pc:spChg>
        <pc:spChg chg="add mod">
          <ac:chgData name="Conner Lee" userId="cf76493bb23050a9" providerId="LiveId" clId="{521B8947-B049-4A18-89DE-9BE87A539892}" dt="2026-04-07T11:33:12.309" v="1596" actId="165"/>
          <ac:spMkLst>
            <pc:docMk/>
            <pc:sldMk cId="1826130356" sldId="256"/>
            <ac:spMk id="64" creationId="{270DB9F2-1829-D1C4-D21B-D7555669A1A0}"/>
          </ac:spMkLst>
        </pc:spChg>
        <pc:spChg chg="add mod">
          <ac:chgData name="Conner Lee" userId="cf76493bb23050a9" providerId="LiveId" clId="{521B8947-B049-4A18-89DE-9BE87A539892}" dt="2026-04-07T11:33:12.309" v="1596" actId="165"/>
          <ac:spMkLst>
            <pc:docMk/>
            <pc:sldMk cId="1826130356" sldId="256"/>
            <ac:spMk id="65" creationId="{831C5122-ADA5-FAFB-00CC-063E97BFB9DC}"/>
          </ac:spMkLst>
        </pc:spChg>
        <pc:spChg chg="add del mod topLvl">
          <ac:chgData name="Conner Lee" userId="cf76493bb23050a9" providerId="LiveId" clId="{521B8947-B049-4A18-89DE-9BE87A539892}" dt="2026-04-07T11:40:15.268" v="1749" actId="21"/>
          <ac:spMkLst>
            <pc:docMk/>
            <pc:sldMk cId="1826130356" sldId="256"/>
            <ac:spMk id="70" creationId="{7D43B1CD-30A0-D2CA-9F2D-96CBD74EC12B}"/>
          </ac:spMkLst>
        </pc:spChg>
        <pc:spChg chg="add mod">
          <ac:chgData name="Conner Lee" userId="cf76493bb23050a9" providerId="LiveId" clId="{521B8947-B049-4A18-89DE-9BE87A539892}" dt="2026-04-07T11:49:31.137" v="2030" actId="12788"/>
          <ac:spMkLst>
            <pc:docMk/>
            <pc:sldMk cId="1826130356" sldId="256"/>
            <ac:spMk id="76" creationId="{CE90F541-5D06-D465-054C-093E23979D14}"/>
          </ac:spMkLst>
        </pc:spChg>
        <pc:spChg chg="mod">
          <ac:chgData name="Conner Lee" userId="cf76493bb23050a9" providerId="LiveId" clId="{521B8947-B049-4A18-89DE-9BE87A539892}" dt="2026-04-07T11:49:39.008" v="2031" actId="12788"/>
          <ac:spMkLst>
            <pc:docMk/>
            <pc:sldMk cId="1826130356" sldId="256"/>
            <ac:spMk id="80" creationId="{07DC7F32-2685-1A05-D970-A18A76D77330}"/>
          </ac:spMkLst>
        </pc:spChg>
        <pc:spChg chg="mod">
          <ac:chgData name="Conner Lee" userId="cf76493bb23050a9" providerId="LiveId" clId="{521B8947-B049-4A18-89DE-9BE87A539892}" dt="2026-04-07T11:49:44.140" v="2032" actId="12788"/>
          <ac:spMkLst>
            <pc:docMk/>
            <pc:sldMk cId="1826130356" sldId="256"/>
            <ac:spMk id="83" creationId="{D30DD03F-5803-5796-024B-57EBCA3502C2}"/>
          </ac:spMkLst>
        </pc:spChg>
        <pc:spChg chg="mod">
          <ac:chgData name="Conner Lee" userId="cf76493bb23050a9" providerId="LiveId" clId="{521B8947-B049-4A18-89DE-9BE87A539892}" dt="2026-04-07T10:25:03.431" v="1194"/>
          <ac:spMkLst>
            <pc:docMk/>
            <pc:sldMk cId="1826130356" sldId="256"/>
            <ac:spMk id="86" creationId="{AB286411-05A3-D5E7-7DFC-AA6380043C87}"/>
          </ac:spMkLst>
        </pc:spChg>
        <pc:spChg chg="mod">
          <ac:chgData name="Conner Lee" userId="cf76493bb23050a9" providerId="LiveId" clId="{521B8947-B049-4A18-89DE-9BE87A539892}" dt="2026-04-07T10:25:03.938" v="1195"/>
          <ac:spMkLst>
            <pc:docMk/>
            <pc:sldMk cId="1826130356" sldId="256"/>
            <ac:spMk id="89" creationId="{D0744BA1-0BB1-6DC2-66B5-8BF029102C41}"/>
          </ac:spMkLst>
        </pc:spChg>
        <pc:spChg chg="mod">
          <ac:chgData name="Conner Lee" userId="cf76493bb23050a9" providerId="LiveId" clId="{521B8947-B049-4A18-89DE-9BE87A539892}" dt="2026-04-07T10:25:04.480" v="1196"/>
          <ac:spMkLst>
            <pc:docMk/>
            <pc:sldMk cId="1826130356" sldId="256"/>
            <ac:spMk id="92" creationId="{7FD01B9A-5EB8-3AC2-D725-72364AD0C49C}"/>
          </ac:spMkLst>
        </pc:spChg>
        <pc:spChg chg="mod">
          <ac:chgData name="Conner Lee" userId="cf76493bb23050a9" providerId="LiveId" clId="{521B8947-B049-4A18-89DE-9BE87A539892}" dt="2026-04-07T10:25:30.085" v="1200"/>
          <ac:spMkLst>
            <pc:docMk/>
            <pc:sldMk cId="1826130356" sldId="256"/>
            <ac:spMk id="95" creationId="{EAAD2023-9148-6DE6-31AA-BB304ADE0F5C}"/>
          </ac:spMkLst>
        </pc:spChg>
        <pc:spChg chg="mod">
          <ac:chgData name="Conner Lee" userId="cf76493bb23050a9" providerId="LiveId" clId="{521B8947-B049-4A18-89DE-9BE87A539892}" dt="2026-04-07T10:25:30.085" v="1200"/>
          <ac:spMkLst>
            <pc:docMk/>
            <pc:sldMk cId="1826130356" sldId="256"/>
            <ac:spMk id="98" creationId="{AB279456-F156-FBD6-C719-0893748D6A6A}"/>
          </ac:spMkLst>
        </pc:spChg>
        <pc:spChg chg="mod">
          <ac:chgData name="Conner Lee" userId="cf76493bb23050a9" providerId="LiveId" clId="{521B8947-B049-4A18-89DE-9BE87A539892}" dt="2026-04-07T10:25:30.085" v="1200"/>
          <ac:spMkLst>
            <pc:docMk/>
            <pc:sldMk cId="1826130356" sldId="256"/>
            <ac:spMk id="101" creationId="{622B312D-637D-E593-AF31-FC31733F0AF3}"/>
          </ac:spMkLst>
        </pc:spChg>
        <pc:spChg chg="mod">
          <ac:chgData name="Conner Lee" userId="cf76493bb23050a9" providerId="LiveId" clId="{521B8947-B049-4A18-89DE-9BE87A539892}" dt="2026-04-07T10:25:35.090" v="1203"/>
          <ac:spMkLst>
            <pc:docMk/>
            <pc:sldMk cId="1826130356" sldId="256"/>
            <ac:spMk id="104" creationId="{92C00874-0524-7EEF-2D72-009029CE0DFF}"/>
          </ac:spMkLst>
        </pc:spChg>
        <pc:spChg chg="mod">
          <ac:chgData name="Conner Lee" userId="cf76493bb23050a9" providerId="LiveId" clId="{521B8947-B049-4A18-89DE-9BE87A539892}" dt="2026-04-07T10:25:35.090" v="1203"/>
          <ac:spMkLst>
            <pc:docMk/>
            <pc:sldMk cId="1826130356" sldId="256"/>
            <ac:spMk id="107" creationId="{DBA21BC1-57B6-61F5-DED1-243D2965FF7C}"/>
          </ac:spMkLst>
        </pc:spChg>
        <pc:spChg chg="mod">
          <ac:chgData name="Conner Lee" userId="cf76493bb23050a9" providerId="LiveId" clId="{521B8947-B049-4A18-89DE-9BE87A539892}" dt="2026-04-07T10:25:35.090" v="1203"/>
          <ac:spMkLst>
            <pc:docMk/>
            <pc:sldMk cId="1826130356" sldId="256"/>
            <ac:spMk id="110" creationId="{31A492A0-83D8-FC4B-F245-825ECF44BCF8}"/>
          </ac:spMkLst>
        </pc:spChg>
        <pc:spChg chg="mod">
          <ac:chgData name="Conner Lee" userId="cf76493bb23050a9" providerId="LiveId" clId="{521B8947-B049-4A18-89DE-9BE87A539892}" dt="2026-04-07T11:49:48.494" v="2033" actId="12788"/>
          <ac:spMkLst>
            <pc:docMk/>
            <pc:sldMk cId="1826130356" sldId="256"/>
            <ac:spMk id="113" creationId="{DC7B1E61-0750-CEF6-9D61-A5635F76D008}"/>
          </ac:spMkLst>
        </pc:spChg>
        <pc:spChg chg="mod">
          <ac:chgData name="Conner Lee" userId="cf76493bb23050a9" providerId="LiveId" clId="{521B8947-B049-4A18-89DE-9BE87A539892}" dt="2026-04-07T11:49:52.270" v="2034" actId="12788"/>
          <ac:spMkLst>
            <pc:docMk/>
            <pc:sldMk cId="1826130356" sldId="256"/>
            <ac:spMk id="116" creationId="{75120903-0A60-3596-0CB4-5A261BDFE420}"/>
          </ac:spMkLst>
        </pc:spChg>
        <pc:spChg chg="mod">
          <ac:chgData name="Conner Lee" userId="cf76493bb23050a9" providerId="LiveId" clId="{521B8947-B049-4A18-89DE-9BE87A539892}" dt="2026-04-07T11:49:56.642" v="2035" actId="12788"/>
          <ac:spMkLst>
            <pc:docMk/>
            <pc:sldMk cId="1826130356" sldId="256"/>
            <ac:spMk id="119" creationId="{E5907E2F-FD2A-F786-A5F7-4C8365A276D8}"/>
          </ac:spMkLst>
        </pc:spChg>
        <pc:spChg chg="add del mod">
          <ac:chgData name="Conner Lee" userId="cf76493bb23050a9" providerId="LiveId" clId="{521B8947-B049-4A18-89DE-9BE87A539892}" dt="2026-04-07T11:41:28.935" v="1769" actId="478"/>
          <ac:spMkLst>
            <pc:docMk/>
            <pc:sldMk cId="1826130356" sldId="256"/>
            <ac:spMk id="127" creationId="{31E9BC87-DA08-6E47-5F55-E9D5DFB7EE66}"/>
          </ac:spMkLst>
        </pc:spChg>
        <pc:spChg chg="add mod">
          <ac:chgData name="Conner Lee" userId="cf76493bb23050a9" providerId="LiveId" clId="{521B8947-B049-4A18-89DE-9BE87A539892}" dt="2026-04-07T11:58:04.979" v="2117" actId="164"/>
          <ac:spMkLst>
            <pc:docMk/>
            <pc:sldMk cId="1826130356" sldId="256"/>
            <ac:spMk id="128" creationId="{AB512BED-6259-16C7-B01E-D554A173C0B9}"/>
          </ac:spMkLst>
        </pc:spChg>
        <pc:spChg chg="add mod">
          <ac:chgData name="Conner Lee" userId="cf76493bb23050a9" providerId="LiveId" clId="{521B8947-B049-4A18-89DE-9BE87A539892}" dt="2026-04-07T11:30:51.613" v="1528" actId="164"/>
          <ac:spMkLst>
            <pc:docMk/>
            <pc:sldMk cId="1826130356" sldId="256"/>
            <ac:spMk id="141" creationId="{19341AB2-FD1E-808D-0049-704BE6AFEDAF}"/>
          </ac:spMkLst>
        </pc:spChg>
        <pc:spChg chg="add mod">
          <ac:chgData name="Conner Lee" userId="cf76493bb23050a9" providerId="LiveId" clId="{521B8947-B049-4A18-89DE-9BE87A539892}" dt="2026-04-07T11:58:04.979" v="2117" actId="164"/>
          <ac:spMkLst>
            <pc:docMk/>
            <pc:sldMk cId="1826130356" sldId="256"/>
            <ac:spMk id="147" creationId="{C206D2B2-6138-21ED-2DEF-5CAF2CD975ED}"/>
          </ac:spMkLst>
        </pc:spChg>
        <pc:spChg chg="add del">
          <ac:chgData name="Conner Lee" userId="cf76493bb23050a9" providerId="LiveId" clId="{521B8947-B049-4A18-89DE-9BE87A539892}" dt="2026-04-07T11:34:41.158" v="1645" actId="22"/>
          <ac:spMkLst>
            <pc:docMk/>
            <pc:sldMk cId="1826130356" sldId="256"/>
            <ac:spMk id="150" creationId="{1A481496-E716-F3B8-A4BB-6D92E8388642}"/>
          </ac:spMkLst>
        </pc:spChg>
        <pc:spChg chg="add mod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151" creationId="{72479AAD-9E57-B09D-EF9C-7019514FCC19}"/>
          </ac:spMkLst>
        </pc:spChg>
        <pc:spChg chg="add mod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152" creationId="{171DDF99-A332-01B2-09EF-F76F719041AB}"/>
          </ac:spMkLst>
        </pc:spChg>
        <pc:spChg chg="add mod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153" creationId="{8F7094D7-CC6D-E19E-07E3-5E3F14B6F7AA}"/>
          </ac:spMkLst>
        </pc:spChg>
        <pc:spChg chg="add mod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154" creationId="{E7A92288-AE40-D577-5BC5-F9D56B0F0AAD}"/>
          </ac:spMkLst>
        </pc:spChg>
        <pc:spChg chg="add mod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155" creationId="{EDEB6F37-E2C4-C46A-D30D-606A79CA0DB9}"/>
          </ac:spMkLst>
        </pc:spChg>
        <pc:spChg chg="add mod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156" creationId="{9F933DE0-835D-1C07-A7BB-9BDDDE88BD0E}"/>
          </ac:spMkLst>
        </pc:spChg>
        <pc:spChg chg="add mod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157" creationId="{A25A41DB-5873-4938-7438-F3F0452A1772}"/>
          </ac:spMkLst>
        </pc:spChg>
        <pc:spChg chg="add mod">
          <ac:chgData name="Conner Lee" userId="cf76493bb23050a9" providerId="LiveId" clId="{521B8947-B049-4A18-89DE-9BE87A539892}" dt="2026-04-07T11:40:49.664" v="1757" actId="164"/>
          <ac:spMkLst>
            <pc:docMk/>
            <pc:sldMk cId="1826130356" sldId="256"/>
            <ac:spMk id="172" creationId="{7D43B1CD-30A0-D2CA-9F2D-96CBD74EC12B}"/>
          </ac:spMkLst>
        </pc:spChg>
        <pc:spChg chg="add mod">
          <ac:chgData name="Conner Lee" userId="cf76493bb23050a9" providerId="LiveId" clId="{521B8947-B049-4A18-89DE-9BE87A539892}" dt="2026-04-07T11:58:04.979" v="2117" actId="164"/>
          <ac:spMkLst>
            <pc:docMk/>
            <pc:sldMk cId="1826130356" sldId="256"/>
            <ac:spMk id="174" creationId="{863FC32F-BA97-B3A5-2B6C-795DECFED389}"/>
          </ac:spMkLst>
        </pc:spChg>
        <pc:spChg chg="add mod">
          <ac:chgData name="Conner Lee" userId="cf76493bb23050a9" providerId="LiveId" clId="{521B8947-B049-4A18-89DE-9BE87A539892}" dt="2026-04-07T11:58:04.979" v="2117" actId="164"/>
          <ac:spMkLst>
            <pc:docMk/>
            <pc:sldMk cId="1826130356" sldId="256"/>
            <ac:spMk id="177" creationId="{9AE24E2F-72DB-3398-BF58-6193B5A38BB5}"/>
          </ac:spMkLst>
        </pc:spChg>
        <pc:spChg chg="add mod">
          <ac:chgData name="Conner Lee" userId="cf76493bb23050a9" providerId="LiveId" clId="{521B8947-B049-4A18-89DE-9BE87A539892}" dt="2026-04-07T11:58:04.979" v="2117" actId="164"/>
          <ac:spMkLst>
            <pc:docMk/>
            <pc:sldMk cId="1826130356" sldId="256"/>
            <ac:spMk id="178" creationId="{943418F8-9170-2527-8756-17A88F2B22D5}"/>
          </ac:spMkLst>
        </pc:spChg>
        <pc:grpChg chg="add del mod">
          <ac:chgData name="Conner Lee" userId="cf76493bb23050a9" providerId="LiveId" clId="{521B8947-B049-4A18-89DE-9BE87A539892}" dt="2026-04-07T10:00:28.326" v="267" actId="165"/>
          <ac:grpSpMkLst>
            <pc:docMk/>
            <pc:sldMk cId="1826130356" sldId="256"/>
            <ac:grpSpMk id="25" creationId="{D221C07A-A2B6-6633-EEE3-564899A1138D}"/>
          </ac:grpSpMkLst>
        </pc:grpChg>
        <pc:grpChg chg="add mod">
          <ac:chgData name="Conner Lee" userId="cf76493bb23050a9" providerId="LiveId" clId="{521B8947-B049-4A18-89DE-9BE87A539892}" dt="2026-04-07T10:00:24.851" v="266" actId="164"/>
          <ac:grpSpMkLst>
            <pc:docMk/>
            <pc:sldMk cId="1826130356" sldId="256"/>
            <ac:grpSpMk id="28" creationId="{AE3E4E08-87D5-62E5-9976-A603A3A11A3A}"/>
          </ac:grpSpMkLst>
        </pc:grpChg>
        <pc:grpChg chg="add del mod">
          <ac:chgData name="Conner Lee" userId="cf76493bb23050a9" providerId="LiveId" clId="{521B8947-B049-4A18-89DE-9BE87A539892}" dt="2026-04-07T11:25:05.443" v="1425" actId="165"/>
          <ac:grpSpMkLst>
            <pc:docMk/>
            <pc:sldMk cId="1826130356" sldId="256"/>
            <ac:grpSpMk id="29" creationId="{7DACC320-6A8C-0B94-8A4A-7A9DBFE494EA}"/>
          </ac:grpSpMkLst>
        </pc:grpChg>
        <pc:grpChg chg="add mod">
          <ac:chgData name="Conner Lee" userId="cf76493bb23050a9" providerId="LiveId" clId="{521B8947-B049-4A18-89DE-9BE87A539892}" dt="2026-04-07T10:00:35.673" v="270" actId="164"/>
          <ac:grpSpMkLst>
            <pc:docMk/>
            <pc:sldMk cId="1826130356" sldId="256"/>
            <ac:grpSpMk id="30" creationId="{3F21E314-B2DA-5DEA-0E7E-768465090B40}"/>
          </ac:grpSpMkLst>
        </pc:grpChg>
        <pc:grpChg chg="add mod">
          <ac:chgData name="Conner Lee" userId="cf76493bb23050a9" providerId="LiveId" clId="{521B8947-B049-4A18-89DE-9BE87A539892}" dt="2026-04-07T11:24:51.568" v="1420" actId="1076"/>
          <ac:grpSpMkLst>
            <pc:docMk/>
            <pc:sldMk cId="1826130356" sldId="256"/>
            <ac:grpSpMk id="31" creationId="{18D3C137-9D56-440D-1504-B151DCB1AEBD}"/>
          </ac:grpSpMkLst>
        </pc:grpChg>
        <pc:grpChg chg="add del mod topLvl">
          <ac:chgData name="Conner Lee" userId="cf76493bb23050a9" providerId="LiveId" clId="{521B8947-B049-4A18-89DE-9BE87A539892}" dt="2026-04-07T11:33:18.048" v="1597" actId="165"/>
          <ac:grpSpMkLst>
            <pc:docMk/>
            <pc:sldMk cId="1826130356" sldId="256"/>
            <ac:grpSpMk id="34" creationId="{53A4371E-F09E-4BFB-00FA-2F3A9ED73E98}"/>
          </ac:grpSpMkLst>
        </pc:grpChg>
        <pc:grpChg chg="add mod">
          <ac:chgData name="Conner Lee" userId="cf76493bb23050a9" providerId="LiveId" clId="{521B8947-B049-4A18-89DE-9BE87A539892}" dt="2026-04-07T11:51:38.931" v="2061" actId="14100"/>
          <ac:grpSpMkLst>
            <pc:docMk/>
            <pc:sldMk cId="1826130356" sldId="256"/>
            <ac:grpSpMk id="35" creationId="{F583D2C8-636F-7DF9-7D1A-23705653078F}"/>
          </ac:grpSpMkLst>
        </pc:grpChg>
        <pc:grpChg chg="add del mod">
          <ac:chgData name="Conner Lee" userId="cf76493bb23050a9" providerId="LiveId" clId="{521B8947-B049-4A18-89DE-9BE87A539892}" dt="2026-04-07T11:41:08.298" v="1763" actId="165"/>
          <ac:grpSpMkLst>
            <pc:docMk/>
            <pc:sldMk cId="1826130356" sldId="256"/>
            <ac:grpSpMk id="38" creationId="{1E155B32-5785-C11B-6963-A934696F516B}"/>
          </ac:grpSpMkLst>
        </pc:grpChg>
        <pc:grpChg chg="add mod topLvl">
          <ac:chgData name="Conner Lee" userId="cf76493bb23050a9" providerId="LiveId" clId="{521B8947-B049-4A18-89DE-9BE87A539892}" dt="2026-04-07T11:54:00.581" v="2087" actId="165"/>
          <ac:grpSpMkLst>
            <pc:docMk/>
            <pc:sldMk cId="1826130356" sldId="256"/>
            <ac:grpSpMk id="41" creationId="{73B368E6-FF6A-1D39-715E-8C54A5EE908F}"/>
          </ac:grpSpMkLst>
        </pc:grpChg>
        <pc:grpChg chg="add del mod topLvl">
          <ac:chgData name="Conner Lee" userId="cf76493bb23050a9" providerId="LiveId" clId="{521B8947-B049-4A18-89DE-9BE87A539892}" dt="2026-04-07T11:45:47.735" v="1958" actId="478"/>
          <ac:grpSpMkLst>
            <pc:docMk/>
            <pc:sldMk cId="1826130356" sldId="256"/>
            <ac:grpSpMk id="44" creationId="{0DA72535-E6D8-922B-8FD8-1DEAA78D3349}"/>
          </ac:grpSpMkLst>
        </pc:grpChg>
        <pc:grpChg chg="add del mod">
          <ac:chgData name="Conner Lee" userId="cf76493bb23050a9" providerId="LiveId" clId="{521B8947-B049-4A18-89DE-9BE87A539892}" dt="2026-04-07T10:10:22.279" v="567" actId="165"/>
          <ac:grpSpMkLst>
            <pc:docMk/>
            <pc:sldMk cId="1826130356" sldId="256"/>
            <ac:grpSpMk id="59" creationId="{A4167A91-581E-57C7-052B-862C65DB3F27}"/>
          </ac:grpSpMkLst>
        </pc:grpChg>
        <pc:grpChg chg="add del mod">
          <ac:chgData name="Conner Lee" userId="cf76493bb23050a9" providerId="LiveId" clId="{521B8947-B049-4A18-89DE-9BE87A539892}" dt="2026-04-07T11:36:55.664" v="1698" actId="478"/>
          <ac:grpSpMkLst>
            <pc:docMk/>
            <pc:sldMk cId="1826130356" sldId="256"/>
            <ac:grpSpMk id="66" creationId="{8D6A787C-096B-9703-5FA5-C90DF3E611CB}"/>
          </ac:grpSpMkLst>
        </pc:grpChg>
        <pc:grpChg chg="add del mod">
          <ac:chgData name="Conner Lee" userId="cf76493bb23050a9" providerId="LiveId" clId="{521B8947-B049-4A18-89DE-9BE87A539892}" dt="2026-04-07T11:33:12.309" v="1596" actId="165"/>
          <ac:grpSpMkLst>
            <pc:docMk/>
            <pc:sldMk cId="1826130356" sldId="256"/>
            <ac:grpSpMk id="69" creationId="{D1648EE2-9F8D-E6B2-E16A-03CC3CC3E1CC}"/>
          </ac:grpSpMkLst>
        </pc:grpChg>
        <pc:grpChg chg="add del mod">
          <ac:chgData name="Conner Lee" userId="cf76493bb23050a9" providerId="LiveId" clId="{521B8947-B049-4A18-89DE-9BE87A539892}" dt="2026-04-07T11:40:15.268" v="1749" actId="21"/>
          <ac:grpSpMkLst>
            <pc:docMk/>
            <pc:sldMk cId="1826130356" sldId="256"/>
            <ac:grpSpMk id="71" creationId="{A22B8056-0BEB-5500-41B6-378C459E77AD}"/>
          </ac:grpSpMkLst>
        </pc:grpChg>
        <pc:grpChg chg="add mod">
          <ac:chgData name="Conner Lee" userId="cf76493bb23050a9" providerId="LiveId" clId="{521B8947-B049-4A18-89DE-9BE87A539892}" dt="2026-04-07T11:50:21.759" v="2043" actId="1076"/>
          <ac:grpSpMkLst>
            <pc:docMk/>
            <pc:sldMk cId="1826130356" sldId="256"/>
            <ac:grpSpMk id="77" creationId="{AB30BC46-BE22-1F72-859C-4734CBBAC6C1}"/>
          </ac:grpSpMkLst>
        </pc:grpChg>
        <pc:grpChg chg="add mod">
          <ac:chgData name="Conner Lee" userId="cf76493bb23050a9" providerId="LiveId" clId="{521B8947-B049-4A18-89DE-9BE87A539892}" dt="2026-04-07T11:52:14.329" v="2066" actId="408"/>
          <ac:grpSpMkLst>
            <pc:docMk/>
            <pc:sldMk cId="1826130356" sldId="256"/>
            <ac:grpSpMk id="78" creationId="{B34414C5-8D2E-1935-1744-1324B345EF6F}"/>
          </ac:grpSpMkLst>
        </pc:grpChg>
        <pc:grpChg chg="add mod">
          <ac:chgData name="Conner Lee" userId="cf76493bb23050a9" providerId="LiveId" clId="{521B8947-B049-4A18-89DE-9BE87A539892}" dt="2026-04-07T11:52:06.141" v="2065" actId="1076"/>
          <ac:grpSpMkLst>
            <pc:docMk/>
            <pc:sldMk cId="1826130356" sldId="256"/>
            <ac:grpSpMk id="81" creationId="{4BB4A129-07E3-0869-B241-8A0D6F6627E7}"/>
          </ac:grpSpMkLst>
        </pc:grpChg>
        <pc:grpChg chg="add mod">
          <ac:chgData name="Conner Lee" userId="cf76493bb23050a9" providerId="LiveId" clId="{521B8947-B049-4A18-89DE-9BE87A539892}" dt="2026-04-07T10:25:03.431" v="1194"/>
          <ac:grpSpMkLst>
            <pc:docMk/>
            <pc:sldMk cId="1826130356" sldId="256"/>
            <ac:grpSpMk id="84" creationId="{55E03231-C1AF-BB44-0838-1D8A2DC29373}"/>
          </ac:grpSpMkLst>
        </pc:grpChg>
        <pc:grpChg chg="add mod">
          <ac:chgData name="Conner Lee" userId="cf76493bb23050a9" providerId="LiveId" clId="{521B8947-B049-4A18-89DE-9BE87A539892}" dt="2026-04-07T10:25:03.938" v="1195"/>
          <ac:grpSpMkLst>
            <pc:docMk/>
            <pc:sldMk cId="1826130356" sldId="256"/>
            <ac:grpSpMk id="87" creationId="{9BE51F7F-CFB0-D622-BB91-ED8EE1CD2E6C}"/>
          </ac:grpSpMkLst>
        </pc:grpChg>
        <pc:grpChg chg="add mod">
          <ac:chgData name="Conner Lee" userId="cf76493bb23050a9" providerId="LiveId" clId="{521B8947-B049-4A18-89DE-9BE87A539892}" dt="2026-04-07T10:25:04.480" v="1196"/>
          <ac:grpSpMkLst>
            <pc:docMk/>
            <pc:sldMk cId="1826130356" sldId="256"/>
            <ac:grpSpMk id="90" creationId="{8D0F9486-B326-3ECB-6DF9-D01E125C0B33}"/>
          </ac:grpSpMkLst>
        </pc:grpChg>
        <pc:grpChg chg="add mod">
          <ac:chgData name="Conner Lee" userId="cf76493bb23050a9" providerId="LiveId" clId="{521B8947-B049-4A18-89DE-9BE87A539892}" dt="2026-04-07T10:25:30.085" v="1200"/>
          <ac:grpSpMkLst>
            <pc:docMk/>
            <pc:sldMk cId="1826130356" sldId="256"/>
            <ac:grpSpMk id="93" creationId="{19CB61A0-F1FE-523C-A5DF-64A45299F23D}"/>
          </ac:grpSpMkLst>
        </pc:grpChg>
        <pc:grpChg chg="add mod">
          <ac:chgData name="Conner Lee" userId="cf76493bb23050a9" providerId="LiveId" clId="{521B8947-B049-4A18-89DE-9BE87A539892}" dt="2026-04-07T10:25:30.085" v="1200"/>
          <ac:grpSpMkLst>
            <pc:docMk/>
            <pc:sldMk cId="1826130356" sldId="256"/>
            <ac:grpSpMk id="96" creationId="{A8749657-5BCD-B7E3-8585-13E4DA940DED}"/>
          </ac:grpSpMkLst>
        </pc:grpChg>
        <pc:grpChg chg="add mod">
          <ac:chgData name="Conner Lee" userId="cf76493bb23050a9" providerId="LiveId" clId="{521B8947-B049-4A18-89DE-9BE87A539892}" dt="2026-04-07T10:25:30.085" v="1200"/>
          <ac:grpSpMkLst>
            <pc:docMk/>
            <pc:sldMk cId="1826130356" sldId="256"/>
            <ac:grpSpMk id="99" creationId="{0D7A985F-D1BE-15C5-083C-F7FDF1539F70}"/>
          </ac:grpSpMkLst>
        </pc:grpChg>
        <pc:grpChg chg="add mod">
          <ac:chgData name="Conner Lee" userId="cf76493bb23050a9" providerId="LiveId" clId="{521B8947-B049-4A18-89DE-9BE87A539892}" dt="2026-04-07T10:25:35.090" v="1203"/>
          <ac:grpSpMkLst>
            <pc:docMk/>
            <pc:sldMk cId="1826130356" sldId="256"/>
            <ac:grpSpMk id="102" creationId="{1E49026A-9838-823A-0BDF-4A04499F23B4}"/>
          </ac:grpSpMkLst>
        </pc:grpChg>
        <pc:grpChg chg="add mod">
          <ac:chgData name="Conner Lee" userId="cf76493bb23050a9" providerId="LiveId" clId="{521B8947-B049-4A18-89DE-9BE87A539892}" dt="2026-04-07T10:25:35.090" v="1203"/>
          <ac:grpSpMkLst>
            <pc:docMk/>
            <pc:sldMk cId="1826130356" sldId="256"/>
            <ac:grpSpMk id="105" creationId="{B6BEB2CE-6BFA-DB34-6199-6AF3F3CFD51C}"/>
          </ac:grpSpMkLst>
        </pc:grpChg>
        <pc:grpChg chg="add mod">
          <ac:chgData name="Conner Lee" userId="cf76493bb23050a9" providerId="LiveId" clId="{521B8947-B049-4A18-89DE-9BE87A539892}" dt="2026-04-07T10:25:35.090" v="1203"/>
          <ac:grpSpMkLst>
            <pc:docMk/>
            <pc:sldMk cId="1826130356" sldId="256"/>
            <ac:grpSpMk id="108" creationId="{38112492-5CDF-EC3D-9A1C-B7E762E0C61C}"/>
          </ac:grpSpMkLst>
        </pc:grpChg>
        <pc:grpChg chg="add mod">
          <ac:chgData name="Conner Lee" userId="cf76493bb23050a9" providerId="LiveId" clId="{521B8947-B049-4A18-89DE-9BE87A539892}" dt="2026-04-07T11:52:55.614" v="2069" actId="1076"/>
          <ac:grpSpMkLst>
            <pc:docMk/>
            <pc:sldMk cId="1826130356" sldId="256"/>
            <ac:grpSpMk id="111" creationId="{DDCF49FB-F0DB-F750-507A-69B8B28E4CF7}"/>
          </ac:grpSpMkLst>
        </pc:grpChg>
        <pc:grpChg chg="add mod">
          <ac:chgData name="Conner Lee" userId="cf76493bb23050a9" providerId="LiveId" clId="{521B8947-B049-4A18-89DE-9BE87A539892}" dt="2026-04-07T11:52:58.958" v="2071" actId="1076"/>
          <ac:grpSpMkLst>
            <pc:docMk/>
            <pc:sldMk cId="1826130356" sldId="256"/>
            <ac:grpSpMk id="114" creationId="{680B9675-B0DB-3BE2-C5E6-F788CA870869}"/>
          </ac:grpSpMkLst>
        </pc:grpChg>
        <pc:grpChg chg="add mod">
          <ac:chgData name="Conner Lee" userId="cf76493bb23050a9" providerId="LiveId" clId="{521B8947-B049-4A18-89DE-9BE87A539892}" dt="2026-04-07T11:53:05.703" v="2072" actId="1076"/>
          <ac:grpSpMkLst>
            <pc:docMk/>
            <pc:sldMk cId="1826130356" sldId="256"/>
            <ac:grpSpMk id="117" creationId="{6A36333A-B79F-BD09-9BAD-F1D306A25736}"/>
          </ac:grpSpMkLst>
        </pc:grpChg>
        <pc:grpChg chg="add del mod">
          <ac:chgData name="Conner Lee" userId="cf76493bb23050a9" providerId="LiveId" clId="{521B8947-B049-4A18-89DE-9BE87A539892}" dt="2026-04-07T11:54:00.581" v="2087" actId="165"/>
          <ac:grpSpMkLst>
            <pc:docMk/>
            <pc:sldMk cId="1826130356" sldId="256"/>
            <ac:grpSpMk id="126" creationId="{2A4E54AF-F4BB-7EA6-4B08-21208A42BF9C}"/>
          </ac:grpSpMkLst>
        </pc:grpChg>
        <pc:grpChg chg="add mod">
          <ac:chgData name="Conner Lee" userId="cf76493bb23050a9" providerId="LiveId" clId="{521B8947-B049-4A18-89DE-9BE87A539892}" dt="2026-04-07T11:30:51.613" v="1528" actId="164"/>
          <ac:grpSpMkLst>
            <pc:docMk/>
            <pc:sldMk cId="1826130356" sldId="256"/>
            <ac:grpSpMk id="142" creationId="{5C59312C-6FF4-5CCF-4BCF-32689B21856D}"/>
          </ac:grpSpMkLst>
        </pc:grpChg>
        <pc:grpChg chg="mod">
          <ac:chgData name="Conner Lee" userId="cf76493bb23050a9" providerId="LiveId" clId="{521B8947-B049-4A18-89DE-9BE87A539892}" dt="2026-04-07T11:40:53.473" v="1758" actId="1076"/>
          <ac:grpSpMkLst>
            <pc:docMk/>
            <pc:sldMk cId="1826130356" sldId="256"/>
            <ac:grpSpMk id="173" creationId="{CCD41159-3530-F728-8DF5-0EE72FCA84EA}"/>
          </ac:grpSpMkLst>
        </pc:grpChg>
        <pc:picChg chg="add del mod">
          <ac:chgData name="Conner Lee" userId="cf76493bb23050a9" providerId="LiveId" clId="{521B8947-B049-4A18-89DE-9BE87A539892}" dt="2026-04-07T11:23:50.671" v="1406" actId="478"/>
          <ac:picMkLst>
            <pc:docMk/>
            <pc:sldMk cId="1826130356" sldId="256"/>
            <ac:picMk id="5" creationId="{07A808AF-49D0-7092-4DC1-144EE47E4EC0}"/>
          </ac:picMkLst>
        </pc:picChg>
        <pc:picChg chg="add mod">
          <ac:chgData name="Conner Lee" userId="cf76493bb23050a9" providerId="LiveId" clId="{521B8947-B049-4A18-89DE-9BE87A539892}" dt="2026-04-07T10:00:41.214" v="271" actId="164"/>
          <ac:picMkLst>
            <pc:docMk/>
            <pc:sldMk cId="1826130356" sldId="256"/>
            <ac:picMk id="8" creationId="{10D5DC55-FDF9-8279-430F-85E719C8A7CA}"/>
          </ac:picMkLst>
        </pc:picChg>
        <pc:picChg chg="add del mod topLvl">
          <ac:chgData name="Conner Lee" userId="cf76493bb23050a9" providerId="LiveId" clId="{521B8947-B049-4A18-89DE-9BE87A539892}" dt="2026-04-07T11:25:20.406" v="1428" actId="478"/>
          <ac:picMkLst>
            <pc:docMk/>
            <pc:sldMk cId="1826130356" sldId="256"/>
            <ac:picMk id="18" creationId="{6CAD6882-6BF6-D010-685D-1A903C6CCCD6}"/>
          </ac:picMkLst>
        </pc:picChg>
        <pc:picChg chg="add del mod">
          <ac:chgData name="Conner Lee" userId="cf76493bb23050a9" providerId="LiveId" clId="{521B8947-B049-4A18-89DE-9BE87A539892}" dt="2026-04-07T10:52:54.484" v="1369" actId="478"/>
          <ac:picMkLst>
            <pc:docMk/>
            <pc:sldMk cId="1826130356" sldId="256"/>
            <ac:picMk id="20" creationId="{4323BB71-CFAD-BAF9-F7BA-160DEAEF6DFF}"/>
          </ac:picMkLst>
        </pc:picChg>
        <pc:picChg chg="add del mod">
          <ac:chgData name="Conner Lee" userId="cf76493bb23050a9" providerId="LiveId" clId="{521B8947-B049-4A18-89DE-9BE87A539892}" dt="2026-04-07T09:59:07.333" v="221" actId="478"/>
          <ac:picMkLst>
            <pc:docMk/>
            <pc:sldMk cId="1826130356" sldId="256"/>
            <ac:picMk id="22" creationId="{7730D89E-BEB2-D66D-A5C9-A2519D9F6782}"/>
          </ac:picMkLst>
        </pc:picChg>
        <pc:picChg chg="add del mod">
          <ac:chgData name="Conner Lee" userId="cf76493bb23050a9" providerId="LiveId" clId="{521B8947-B049-4A18-89DE-9BE87A539892}" dt="2026-04-07T10:52:54.484" v="1369" actId="478"/>
          <ac:picMkLst>
            <pc:docMk/>
            <pc:sldMk cId="1826130356" sldId="256"/>
            <ac:picMk id="24" creationId="{577FC30F-5535-D59D-A75F-345F03C65662}"/>
          </ac:picMkLst>
        </pc:picChg>
        <pc:picChg chg="add del mod">
          <ac:chgData name="Conner Lee" userId="cf76493bb23050a9" providerId="LiveId" clId="{521B8947-B049-4A18-89DE-9BE87A539892}" dt="2026-04-07T10:05:17.284" v="447" actId="478"/>
          <ac:picMkLst>
            <pc:docMk/>
            <pc:sldMk cId="1826130356" sldId="256"/>
            <ac:picMk id="48" creationId="{56A7DAC3-088D-7F75-4F02-7A8500F97C8F}"/>
          </ac:picMkLst>
        </pc:picChg>
        <pc:picChg chg="add del mod topLvl">
          <ac:chgData name="Conner Lee" userId="cf76493bb23050a9" providerId="LiveId" clId="{521B8947-B049-4A18-89DE-9BE87A539892}" dt="2026-04-07T11:36:56.880" v="1700" actId="478"/>
          <ac:picMkLst>
            <pc:docMk/>
            <pc:sldMk cId="1826130356" sldId="256"/>
            <ac:picMk id="50" creationId="{151ADA34-7483-EBCB-7A21-2BFD19E98E25}"/>
          </ac:picMkLst>
        </pc:picChg>
        <pc:picChg chg="add del">
          <ac:chgData name="Conner Lee" userId="cf76493bb23050a9" providerId="LiveId" clId="{521B8947-B049-4A18-89DE-9BE87A539892}" dt="2026-04-07T10:08:20.467" v="457" actId="478"/>
          <ac:picMkLst>
            <pc:docMk/>
            <pc:sldMk cId="1826130356" sldId="256"/>
            <ac:picMk id="53" creationId="{74F48C2E-B4C7-1B43-C458-3914743C3C9B}"/>
          </ac:picMkLst>
        </pc:picChg>
        <pc:picChg chg="add del mod topLvl">
          <ac:chgData name="Conner Lee" userId="cf76493bb23050a9" providerId="LiveId" clId="{521B8947-B049-4A18-89DE-9BE87A539892}" dt="2026-04-07T11:36:56.349" v="1699" actId="478"/>
          <ac:picMkLst>
            <pc:docMk/>
            <pc:sldMk cId="1826130356" sldId="256"/>
            <ac:picMk id="68" creationId="{4FA656DB-DC69-BBDD-7BF2-DEA9D17CE90C}"/>
          </ac:picMkLst>
        </pc:picChg>
        <pc:picChg chg="add del mod">
          <ac:chgData name="Conner Lee" userId="cf76493bb23050a9" providerId="LiveId" clId="{521B8947-B049-4A18-89DE-9BE87A539892}" dt="2026-04-07T11:45:48.935" v="1959" actId="478"/>
          <ac:picMkLst>
            <pc:docMk/>
            <pc:sldMk cId="1826130356" sldId="256"/>
            <ac:picMk id="73" creationId="{59A6D19B-3368-5EB2-DB07-AC3E97AEE6D3}"/>
          </ac:picMkLst>
        </pc:picChg>
        <pc:picChg chg="add mod">
          <ac:chgData name="Conner Lee" userId="cf76493bb23050a9" providerId="LiveId" clId="{521B8947-B049-4A18-89DE-9BE87A539892}" dt="2026-04-07T11:49:31.137" v="2030" actId="12788"/>
          <ac:picMkLst>
            <pc:docMk/>
            <pc:sldMk cId="1826130356" sldId="256"/>
            <ac:picMk id="75" creationId="{B8EAFBF2-C37E-11DC-07BA-14566ABA5C6F}"/>
          </ac:picMkLst>
        </pc:picChg>
        <pc:picChg chg="mod">
          <ac:chgData name="Conner Lee" userId="cf76493bb23050a9" providerId="LiveId" clId="{521B8947-B049-4A18-89DE-9BE87A539892}" dt="2026-04-07T11:49:39.008" v="2031" actId="12788"/>
          <ac:picMkLst>
            <pc:docMk/>
            <pc:sldMk cId="1826130356" sldId="256"/>
            <ac:picMk id="79" creationId="{A8D9E6FB-F828-8459-88C1-74E91F2323ED}"/>
          </ac:picMkLst>
        </pc:picChg>
        <pc:picChg chg="mod">
          <ac:chgData name="Conner Lee" userId="cf76493bb23050a9" providerId="LiveId" clId="{521B8947-B049-4A18-89DE-9BE87A539892}" dt="2026-04-07T11:49:44.140" v="2032" actId="12788"/>
          <ac:picMkLst>
            <pc:docMk/>
            <pc:sldMk cId="1826130356" sldId="256"/>
            <ac:picMk id="82" creationId="{C3F3A03B-C474-466B-D538-54D062AF2C88}"/>
          </ac:picMkLst>
        </pc:picChg>
        <pc:picChg chg="mod">
          <ac:chgData name="Conner Lee" userId="cf76493bb23050a9" providerId="LiveId" clId="{521B8947-B049-4A18-89DE-9BE87A539892}" dt="2026-04-07T10:25:03.431" v="1194"/>
          <ac:picMkLst>
            <pc:docMk/>
            <pc:sldMk cId="1826130356" sldId="256"/>
            <ac:picMk id="85" creationId="{B88E7017-BE2E-120C-BB92-B7AF9196E4F6}"/>
          </ac:picMkLst>
        </pc:picChg>
        <pc:picChg chg="mod">
          <ac:chgData name="Conner Lee" userId="cf76493bb23050a9" providerId="LiveId" clId="{521B8947-B049-4A18-89DE-9BE87A539892}" dt="2026-04-07T10:25:03.938" v="1195"/>
          <ac:picMkLst>
            <pc:docMk/>
            <pc:sldMk cId="1826130356" sldId="256"/>
            <ac:picMk id="88" creationId="{B8C7F67E-7C01-7F0A-0FD4-576D77E0C2B9}"/>
          </ac:picMkLst>
        </pc:picChg>
        <pc:picChg chg="mod">
          <ac:chgData name="Conner Lee" userId="cf76493bb23050a9" providerId="LiveId" clId="{521B8947-B049-4A18-89DE-9BE87A539892}" dt="2026-04-07T10:25:04.480" v="1196"/>
          <ac:picMkLst>
            <pc:docMk/>
            <pc:sldMk cId="1826130356" sldId="256"/>
            <ac:picMk id="91" creationId="{A3464161-7CBE-748B-74E3-63689A89D386}"/>
          </ac:picMkLst>
        </pc:picChg>
        <pc:picChg chg="mod">
          <ac:chgData name="Conner Lee" userId="cf76493bb23050a9" providerId="LiveId" clId="{521B8947-B049-4A18-89DE-9BE87A539892}" dt="2026-04-07T10:25:30.085" v="1200"/>
          <ac:picMkLst>
            <pc:docMk/>
            <pc:sldMk cId="1826130356" sldId="256"/>
            <ac:picMk id="94" creationId="{3980F9DC-21F4-1ED5-28C4-C9B5042DDA41}"/>
          </ac:picMkLst>
        </pc:picChg>
        <pc:picChg chg="mod">
          <ac:chgData name="Conner Lee" userId="cf76493bb23050a9" providerId="LiveId" clId="{521B8947-B049-4A18-89DE-9BE87A539892}" dt="2026-04-07T10:25:30.085" v="1200"/>
          <ac:picMkLst>
            <pc:docMk/>
            <pc:sldMk cId="1826130356" sldId="256"/>
            <ac:picMk id="97" creationId="{7D1B9B1A-528B-93DA-335A-32ECD7613DA1}"/>
          </ac:picMkLst>
        </pc:picChg>
        <pc:picChg chg="mod">
          <ac:chgData name="Conner Lee" userId="cf76493bb23050a9" providerId="LiveId" clId="{521B8947-B049-4A18-89DE-9BE87A539892}" dt="2026-04-07T10:25:30.085" v="1200"/>
          <ac:picMkLst>
            <pc:docMk/>
            <pc:sldMk cId="1826130356" sldId="256"/>
            <ac:picMk id="100" creationId="{5A524F18-A323-67BD-7972-5C3B58280857}"/>
          </ac:picMkLst>
        </pc:picChg>
        <pc:picChg chg="mod">
          <ac:chgData name="Conner Lee" userId="cf76493bb23050a9" providerId="LiveId" clId="{521B8947-B049-4A18-89DE-9BE87A539892}" dt="2026-04-07T10:25:35.090" v="1203"/>
          <ac:picMkLst>
            <pc:docMk/>
            <pc:sldMk cId="1826130356" sldId="256"/>
            <ac:picMk id="103" creationId="{38BA9FF3-33EE-4BBD-2E8D-906048ACD1DA}"/>
          </ac:picMkLst>
        </pc:picChg>
        <pc:picChg chg="mod">
          <ac:chgData name="Conner Lee" userId="cf76493bb23050a9" providerId="LiveId" clId="{521B8947-B049-4A18-89DE-9BE87A539892}" dt="2026-04-07T10:25:35.090" v="1203"/>
          <ac:picMkLst>
            <pc:docMk/>
            <pc:sldMk cId="1826130356" sldId="256"/>
            <ac:picMk id="106" creationId="{15E0A0B5-95D2-E95D-5BA9-AC501C9CEA67}"/>
          </ac:picMkLst>
        </pc:picChg>
        <pc:picChg chg="mod">
          <ac:chgData name="Conner Lee" userId="cf76493bb23050a9" providerId="LiveId" clId="{521B8947-B049-4A18-89DE-9BE87A539892}" dt="2026-04-07T10:25:35.090" v="1203"/>
          <ac:picMkLst>
            <pc:docMk/>
            <pc:sldMk cId="1826130356" sldId="256"/>
            <ac:picMk id="109" creationId="{A927F100-AB57-BC6A-13EC-9C2B1658A132}"/>
          </ac:picMkLst>
        </pc:picChg>
        <pc:picChg chg="mod">
          <ac:chgData name="Conner Lee" userId="cf76493bb23050a9" providerId="LiveId" clId="{521B8947-B049-4A18-89DE-9BE87A539892}" dt="2026-04-07T11:49:48.494" v="2033" actId="12788"/>
          <ac:picMkLst>
            <pc:docMk/>
            <pc:sldMk cId="1826130356" sldId="256"/>
            <ac:picMk id="112" creationId="{6FF2F42E-3A9D-8DE4-630B-F51B5D59B9B3}"/>
          </ac:picMkLst>
        </pc:picChg>
        <pc:picChg chg="mod">
          <ac:chgData name="Conner Lee" userId="cf76493bb23050a9" providerId="LiveId" clId="{521B8947-B049-4A18-89DE-9BE87A539892}" dt="2026-04-07T11:49:52.270" v="2034" actId="12788"/>
          <ac:picMkLst>
            <pc:docMk/>
            <pc:sldMk cId="1826130356" sldId="256"/>
            <ac:picMk id="115" creationId="{F89B2C7F-434B-2247-CCF3-4A27DECA005D}"/>
          </ac:picMkLst>
        </pc:picChg>
        <pc:picChg chg="mod">
          <ac:chgData name="Conner Lee" userId="cf76493bb23050a9" providerId="LiveId" clId="{521B8947-B049-4A18-89DE-9BE87A539892}" dt="2026-04-07T11:49:56.642" v="2035" actId="12788"/>
          <ac:picMkLst>
            <pc:docMk/>
            <pc:sldMk cId="1826130356" sldId="256"/>
            <ac:picMk id="118" creationId="{517E512C-7075-42A3-0E63-9F0D68327D79}"/>
          </ac:picMkLst>
        </pc:picChg>
        <pc:picChg chg="add del mod">
          <ac:chgData name="Conner Lee" userId="cf76493bb23050a9" providerId="LiveId" clId="{521B8947-B049-4A18-89DE-9BE87A539892}" dt="2026-04-07T10:56:31.373" v="1375" actId="478"/>
          <ac:picMkLst>
            <pc:docMk/>
            <pc:sldMk cId="1826130356" sldId="256"/>
            <ac:picMk id="121" creationId="{55B6F7B0-586D-615D-B8D2-1F3864A295E8}"/>
          </ac:picMkLst>
        </pc:picChg>
        <pc:picChg chg="add del mod">
          <ac:chgData name="Conner Lee" userId="cf76493bb23050a9" providerId="LiveId" clId="{521B8947-B049-4A18-89DE-9BE87A539892}" dt="2026-04-07T11:53:55.910" v="2084" actId="478"/>
          <ac:picMkLst>
            <pc:docMk/>
            <pc:sldMk cId="1826130356" sldId="256"/>
            <ac:picMk id="123" creationId="{A79904A5-4515-364D-852C-9BA6E91F5EBB}"/>
          </ac:picMkLst>
        </pc:picChg>
        <pc:picChg chg="add del mod topLvl">
          <ac:chgData name="Conner Lee" userId="cf76493bb23050a9" providerId="LiveId" clId="{521B8947-B049-4A18-89DE-9BE87A539892}" dt="2026-04-07T11:54:03.434" v="2088" actId="478"/>
          <ac:picMkLst>
            <pc:docMk/>
            <pc:sldMk cId="1826130356" sldId="256"/>
            <ac:picMk id="125" creationId="{01F09097-E931-847E-F4B8-8A17ACFBBE65}"/>
          </ac:picMkLst>
        </pc:picChg>
        <pc:picChg chg="add mod">
          <ac:chgData name="Conner Lee" userId="cf76493bb23050a9" providerId="LiveId" clId="{521B8947-B049-4A18-89DE-9BE87A539892}" dt="2026-04-07T11:30:51.613" v="1528" actId="164"/>
          <ac:picMkLst>
            <pc:docMk/>
            <pc:sldMk cId="1826130356" sldId="256"/>
            <ac:picMk id="134" creationId="{4E5FBE7A-8AFE-188F-CA47-E96C488CF38A}"/>
          </ac:picMkLst>
        </pc:picChg>
        <pc:picChg chg="add del">
          <ac:chgData name="Conner Lee" userId="cf76493bb23050a9" providerId="LiveId" clId="{521B8947-B049-4A18-89DE-9BE87A539892}" dt="2026-04-07T11:29:36.630" v="1481" actId="22"/>
          <ac:picMkLst>
            <pc:docMk/>
            <pc:sldMk cId="1826130356" sldId="256"/>
            <ac:picMk id="136" creationId="{1496E9D5-439C-ECDC-9506-7EE755BB7AA1}"/>
          </ac:picMkLst>
        </pc:picChg>
        <pc:picChg chg="add del">
          <ac:chgData name="Conner Lee" userId="cf76493bb23050a9" providerId="LiveId" clId="{521B8947-B049-4A18-89DE-9BE87A539892}" dt="2026-04-07T11:29:39.535" v="1483" actId="22"/>
          <ac:picMkLst>
            <pc:docMk/>
            <pc:sldMk cId="1826130356" sldId="256"/>
            <ac:picMk id="138" creationId="{4DF474BF-BB25-3E4A-9E60-554569E58299}"/>
          </ac:picMkLst>
        </pc:picChg>
        <pc:picChg chg="add mod">
          <ac:chgData name="Conner Lee" userId="cf76493bb23050a9" providerId="LiveId" clId="{521B8947-B049-4A18-89DE-9BE87A539892}" dt="2026-04-07T11:30:51.613" v="1528" actId="164"/>
          <ac:picMkLst>
            <pc:docMk/>
            <pc:sldMk cId="1826130356" sldId="256"/>
            <ac:picMk id="140" creationId="{F3D3E68C-F5FF-CBB5-0D68-E77413D51871}"/>
          </ac:picMkLst>
        </pc:picChg>
        <pc:picChg chg="add mod">
          <ac:chgData name="Conner Lee" userId="cf76493bb23050a9" providerId="LiveId" clId="{521B8947-B049-4A18-89DE-9BE87A539892}" dt="2026-04-07T11:38:14.874" v="1717" actId="1076"/>
          <ac:picMkLst>
            <pc:docMk/>
            <pc:sldMk cId="1826130356" sldId="256"/>
            <ac:picMk id="159" creationId="{43A378B2-6AB3-05A3-7B62-7DC84CA85CCF}"/>
          </ac:picMkLst>
        </pc:picChg>
        <pc:picChg chg="add mod">
          <ac:chgData name="Conner Lee" userId="cf76493bb23050a9" providerId="LiveId" clId="{521B8947-B049-4A18-89DE-9BE87A539892}" dt="2026-04-07T11:38:06.653" v="1715" actId="1076"/>
          <ac:picMkLst>
            <pc:docMk/>
            <pc:sldMk cId="1826130356" sldId="256"/>
            <ac:picMk id="161" creationId="{F3015BDC-BB21-685C-7BA3-B9F10C91AA66}"/>
          </ac:picMkLst>
        </pc:picChg>
        <pc:picChg chg="add mod">
          <ac:chgData name="Conner Lee" userId="cf76493bb23050a9" providerId="LiveId" clId="{521B8947-B049-4A18-89DE-9BE87A539892}" dt="2026-04-07T11:38:36.619" v="1723" actId="1076"/>
          <ac:picMkLst>
            <pc:docMk/>
            <pc:sldMk cId="1826130356" sldId="256"/>
            <ac:picMk id="163" creationId="{11BA7840-5491-C0C8-DC38-F40AFBFA6469}"/>
          </ac:picMkLst>
        </pc:picChg>
        <pc:picChg chg="add mod">
          <ac:chgData name="Conner Lee" userId="cf76493bb23050a9" providerId="LiveId" clId="{521B8947-B049-4A18-89DE-9BE87A539892}" dt="2026-04-07T11:39:04.765" v="1729" actId="1076"/>
          <ac:picMkLst>
            <pc:docMk/>
            <pc:sldMk cId="1826130356" sldId="256"/>
            <ac:picMk id="165" creationId="{4D3F857A-DC4D-B980-0992-6C0AD147A2F8}"/>
          </ac:picMkLst>
        </pc:picChg>
        <pc:picChg chg="add mod">
          <ac:chgData name="Conner Lee" userId="cf76493bb23050a9" providerId="LiveId" clId="{521B8947-B049-4A18-89DE-9BE87A539892}" dt="2026-04-07T11:39:13.362" v="1734" actId="1076"/>
          <ac:picMkLst>
            <pc:docMk/>
            <pc:sldMk cId="1826130356" sldId="256"/>
            <ac:picMk id="167" creationId="{0C03D2B2-E057-606F-DEBD-A1980FDA324C}"/>
          </ac:picMkLst>
        </pc:picChg>
        <pc:picChg chg="add mod">
          <ac:chgData name="Conner Lee" userId="cf76493bb23050a9" providerId="LiveId" clId="{521B8947-B049-4A18-89DE-9BE87A539892}" dt="2026-04-07T11:39:26.688" v="1739" actId="1076"/>
          <ac:picMkLst>
            <pc:docMk/>
            <pc:sldMk cId="1826130356" sldId="256"/>
            <ac:picMk id="169" creationId="{445D5600-3DED-3736-2D0F-8BCA487E5F75}"/>
          </ac:picMkLst>
        </pc:picChg>
        <pc:picChg chg="add mod">
          <ac:chgData name="Conner Lee" userId="cf76493bb23050a9" providerId="LiveId" clId="{521B8947-B049-4A18-89DE-9BE87A539892}" dt="2026-04-07T11:40:05.217" v="1748" actId="1076"/>
          <ac:picMkLst>
            <pc:docMk/>
            <pc:sldMk cId="1826130356" sldId="256"/>
            <ac:picMk id="171" creationId="{D1FF04D2-64B0-4F8D-C4C4-9916BC661D17}"/>
          </ac:picMkLst>
        </pc:picChg>
        <pc:picChg chg="add mod">
          <ac:chgData name="Conner Lee" userId="cf76493bb23050a9" providerId="LiveId" clId="{521B8947-B049-4A18-89DE-9BE87A539892}" dt="2026-04-07T11:51:26.189" v="2058" actId="1076"/>
          <ac:picMkLst>
            <pc:docMk/>
            <pc:sldMk cId="1826130356" sldId="256"/>
            <ac:picMk id="176" creationId="{8F2D385F-BF4D-9C5C-4E57-3C3C877955B5}"/>
          </ac:picMkLst>
        </pc:picChg>
        <pc:picChg chg="add mod">
          <ac:chgData name="Conner Lee" userId="cf76493bb23050a9" providerId="LiveId" clId="{521B8947-B049-4A18-89DE-9BE87A539892}" dt="2026-04-07T11:56:46.773" v="2102" actId="1076"/>
          <ac:picMkLst>
            <pc:docMk/>
            <pc:sldMk cId="1826130356" sldId="256"/>
            <ac:picMk id="183" creationId="{01A6843E-5DB5-24AA-8D97-C6E965475A50}"/>
          </ac:picMkLst>
        </pc:picChg>
        <pc:picChg chg="add mod">
          <ac:chgData name="Conner Lee" userId="cf76493bb23050a9" providerId="LiveId" clId="{521B8947-B049-4A18-89DE-9BE87A539892}" dt="2026-04-07T11:58:04.979" v="2117" actId="164"/>
          <ac:picMkLst>
            <pc:docMk/>
            <pc:sldMk cId="1826130356" sldId="256"/>
            <ac:picMk id="185" creationId="{7C13C4C8-3A90-919B-20AD-1FB4A03FAAD1}"/>
          </ac:picMkLst>
        </pc:picChg>
        <pc:cxnChg chg="add del mod">
          <ac:chgData name="Conner Lee" userId="cf76493bb23050a9" providerId="LiveId" clId="{521B8947-B049-4A18-89DE-9BE87A539892}" dt="2026-04-07T11:24:15.990" v="1412" actId="478"/>
          <ac:cxnSpMkLst>
            <pc:docMk/>
            <pc:sldMk cId="1826130356" sldId="256"/>
            <ac:cxnSpMk id="12" creationId="{F4199DBD-C85D-ED92-AFE8-96DA2D770A97}"/>
          </ac:cxnSpMkLst>
        </pc:cxnChg>
        <pc:cxnChg chg="add del mod">
          <ac:chgData name="Conner Lee" userId="cf76493bb23050a9" providerId="LiveId" clId="{521B8947-B049-4A18-89DE-9BE87A539892}" dt="2026-04-07T11:24:14.424" v="1411" actId="478"/>
          <ac:cxnSpMkLst>
            <pc:docMk/>
            <pc:sldMk cId="1826130356" sldId="256"/>
            <ac:cxnSpMk id="14" creationId="{B3F68636-8FE3-3687-20D6-3621FD58D3B6}"/>
          </ac:cxnSpMkLst>
        </pc:cxnChg>
        <pc:cxnChg chg="add del mod topLvl">
          <ac:chgData name="Conner Lee" userId="cf76493bb23050a9" providerId="LiveId" clId="{521B8947-B049-4A18-89DE-9BE87A539892}" dt="2026-04-07T10:14:38.385" v="899" actId="164"/>
          <ac:cxnSpMkLst>
            <pc:docMk/>
            <pc:sldMk cId="1826130356" sldId="256"/>
            <ac:cxnSpMk id="55" creationId="{80DB9DD1-6B48-0368-AC92-26766563E270}"/>
          </ac:cxnSpMkLst>
        </pc:cxnChg>
        <pc:cxnChg chg="add mod topLvl">
          <ac:chgData name="Conner Lee" userId="cf76493bb23050a9" providerId="LiveId" clId="{521B8947-B049-4A18-89DE-9BE87A539892}" dt="2026-04-07T10:14:38.385" v="899" actId="164"/>
          <ac:cxnSpMkLst>
            <pc:docMk/>
            <pc:sldMk cId="1826130356" sldId="256"/>
            <ac:cxnSpMk id="56" creationId="{31744423-8F89-EC95-EB79-3052A5246429}"/>
          </ac:cxnSpMkLst>
        </pc:cxnChg>
        <pc:cxnChg chg="add mod">
          <ac:chgData name="Conner Lee" userId="cf76493bb23050a9" providerId="LiveId" clId="{521B8947-B049-4A18-89DE-9BE87A539892}" dt="2026-04-07T11:30:58.553" v="1529" actId="14100"/>
          <ac:cxnSpMkLst>
            <pc:docMk/>
            <pc:sldMk cId="1826130356" sldId="256"/>
            <ac:cxnSpMk id="130" creationId="{1699D739-012B-BEEA-A861-AF13144D454E}"/>
          </ac:cxnSpMkLst>
        </pc:cxnChg>
        <pc:cxnChg chg="add mod">
          <ac:chgData name="Conner Lee" userId="cf76493bb23050a9" providerId="LiveId" clId="{521B8947-B049-4A18-89DE-9BE87A539892}" dt="2026-04-07T11:31:13.251" v="1535" actId="1076"/>
          <ac:cxnSpMkLst>
            <pc:docMk/>
            <pc:sldMk cId="1826130356" sldId="256"/>
            <ac:cxnSpMk id="144" creationId="{C08F5459-C144-1887-94A7-846F59FE409C}"/>
          </ac:cxnSpMkLst>
        </pc:cxnChg>
        <pc:cxnChg chg="add mod">
          <ac:chgData name="Conner Lee" userId="cf76493bb23050a9" providerId="LiveId" clId="{521B8947-B049-4A18-89DE-9BE87A539892}" dt="2026-04-07T11:32:41.647" v="1591" actId="1076"/>
          <ac:cxnSpMkLst>
            <pc:docMk/>
            <pc:sldMk cId="1826130356" sldId="256"/>
            <ac:cxnSpMk id="148" creationId="{124CAF10-15EC-A4ED-44CA-22113F91E952}"/>
          </ac:cxnSpMkLst>
        </pc:cxnChg>
        <pc:cxnChg chg="add mod">
          <ac:chgData name="Conner Lee" userId="cf76493bb23050a9" providerId="LiveId" clId="{521B8947-B049-4A18-89DE-9BE87A539892}" dt="2026-04-07T11:45:33.046" v="1954" actId="1076"/>
          <ac:cxnSpMkLst>
            <pc:docMk/>
            <pc:sldMk cId="1826130356" sldId="256"/>
            <ac:cxnSpMk id="179" creationId="{345E84D8-0301-E223-07A4-113210D84EB2}"/>
          </ac:cxnSpMkLst>
        </pc:cxnChg>
        <pc:cxnChg chg="add mod">
          <ac:chgData name="Conner Lee" userId="cf76493bb23050a9" providerId="LiveId" clId="{521B8947-B049-4A18-89DE-9BE87A539892}" dt="2026-04-07T11:45:39.009" v="1956" actId="1076"/>
          <ac:cxnSpMkLst>
            <pc:docMk/>
            <pc:sldMk cId="1826130356" sldId="256"/>
            <ac:cxnSpMk id="181" creationId="{253C1C6B-9525-FDC4-613C-6D9988FD5ABE}"/>
          </ac:cxnSpMkLst>
        </pc:cxnChg>
        <pc:cxnChg chg="add mod">
          <ac:chgData name="Conner Lee" userId="cf76493bb23050a9" providerId="LiveId" clId="{521B8947-B049-4A18-89DE-9BE87A539892}" dt="2026-04-07T11:57:11.842" v="2104" actId="13822"/>
          <ac:cxnSpMkLst>
            <pc:docMk/>
            <pc:sldMk cId="1826130356" sldId="256"/>
            <ac:cxnSpMk id="187" creationId="{56133922-9CE0-5AFC-6FB6-D3DE3508EC9B}"/>
          </ac:cxnSpMkLst>
        </pc:cxnChg>
        <pc:cxnChg chg="add mod">
          <ac:chgData name="Conner Lee" userId="cf76493bb23050a9" providerId="LiveId" clId="{521B8947-B049-4A18-89DE-9BE87A539892}" dt="2026-04-07T11:57:20.102" v="2107" actId="14100"/>
          <ac:cxnSpMkLst>
            <pc:docMk/>
            <pc:sldMk cId="1826130356" sldId="256"/>
            <ac:cxnSpMk id="188" creationId="{86BB5A3C-DC78-B4D3-388A-D360C2D2B482}"/>
          </ac:cxnSpMkLst>
        </pc:cxnChg>
        <pc:cxnChg chg="add mod">
          <ac:chgData name="Conner Lee" userId="cf76493bb23050a9" providerId="LiveId" clId="{521B8947-B049-4A18-89DE-9BE87A539892}" dt="2026-04-07T11:57:28.958" v="2110" actId="14100"/>
          <ac:cxnSpMkLst>
            <pc:docMk/>
            <pc:sldMk cId="1826130356" sldId="256"/>
            <ac:cxnSpMk id="191" creationId="{0B3CC031-ED4C-4596-DA90-A26DB8704798}"/>
          </ac:cxnSpMkLst>
        </pc:cxnChg>
        <pc:cxnChg chg="add mod">
          <ac:chgData name="Conner Lee" userId="cf76493bb23050a9" providerId="LiveId" clId="{521B8947-B049-4A18-89DE-9BE87A539892}" dt="2026-04-07T11:57:40.666" v="2113" actId="14100"/>
          <ac:cxnSpMkLst>
            <pc:docMk/>
            <pc:sldMk cId="1826130356" sldId="256"/>
            <ac:cxnSpMk id="194" creationId="{1AE96CF7-6F3A-776D-63F1-2AABCB8E465F}"/>
          </ac:cxnSpMkLst>
        </pc:cxnChg>
        <pc:cxnChg chg="add mod">
          <ac:chgData name="Conner Lee" userId="cf76493bb23050a9" providerId="LiveId" clId="{521B8947-B049-4A18-89DE-9BE87A539892}" dt="2026-04-07T11:57:55.671" v="2116" actId="14100"/>
          <ac:cxnSpMkLst>
            <pc:docMk/>
            <pc:sldMk cId="1826130356" sldId="256"/>
            <ac:cxnSpMk id="197" creationId="{CE61FA8B-2E85-096B-A8DD-560B57442416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A4CEA2-5AB2-44C0-85A1-50A33184051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687513" y="1143000"/>
            <a:ext cx="3482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672710-9E68-49C7-885D-4DC1A5DF7C3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9861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687513" y="1143000"/>
            <a:ext cx="34829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672710-9E68-49C7-885D-4DC1A5DF7C3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788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767462"/>
            <a:ext cx="10363200" cy="375991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672376"/>
            <a:ext cx="9144000" cy="2607442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6117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26934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2692444"/>
            <a:ext cx="10515600" cy="4492401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7227345"/>
            <a:ext cx="10515600" cy="236244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317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874937"/>
            <a:ext cx="5181600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4229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574990"/>
            <a:ext cx="10515600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2647443"/>
            <a:ext cx="5157787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3944914"/>
            <a:ext cx="5157787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2647443"/>
            <a:ext cx="5183188" cy="129747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3944914"/>
            <a:ext cx="5183188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75427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032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9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554968"/>
            <a:ext cx="6172200" cy="7674832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93727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719984"/>
            <a:ext cx="3932237" cy="2519945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1554968"/>
            <a:ext cx="6172200" cy="7674832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3239929"/>
            <a:ext cx="3932237" cy="600236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447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746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574987"/>
            <a:ext cx="2628900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574987"/>
            <a:ext cx="7734300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7506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574990"/>
            <a:ext cx="10515600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2874937"/>
            <a:ext cx="10515600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C564BE-273A-4F61-B7A3-6673947504A1}" type="datetimeFigureOut">
              <a:rPr lang="zh-CN" altLang="en-US" smtClean="0"/>
              <a:t>2026/4/7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0009783"/>
            <a:ext cx="41148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0009783"/>
            <a:ext cx="2743200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C6CEA1-5AFD-43AF-963F-B907B5141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2361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组合 199">
            <a:extLst>
              <a:ext uri="{FF2B5EF4-FFF2-40B4-BE49-F238E27FC236}">
                <a16:creationId xmlns:a16="http://schemas.microsoft.com/office/drawing/2014/main" id="{BECBE952-9C39-B01D-96E2-7AA549E4F09E}"/>
              </a:ext>
            </a:extLst>
          </p:cNvPr>
          <p:cNvGrpSpPr/>
          <p:nvPr/>
        </p:nvGrpSpPr>
        <p:grpSpPr>
          <a:xfrm>
            <a:off x="1691508" y="2031035"/>
            <a:ext cx="7599813" cy="6871665"/>
            <a:chOff x="1691508" y="2031035"/>
            <a:chExt cx="7599813" cy="6871665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18D3C137-9D56-440D-1504-B151DCB1AEBD}"/>
                </a:ext>
              </a:extLst>
            </p:cNvPr>
            <p:cNvGrpSpPr/>
            <p:nvPr/>
          </p:nvGrpSpPr>
          <p:grpSpPr>
            <a:xfrm>
              <a:off x="1691513" y="2035051"/>
              <a:ext cx="2380004" cy="884490"/>
              <a:chOff x="260646" y="756303"/>
              <a:chExt cx="2380004" cy="884490"/>
            </a:xfrm>
          </p:grpSpPr>
          <p:sp>
            <p:nvSpPr>
              <p:cNvPr id="6" name="矩形: 圆角 5">
                <a:extLst>
                  <a:ext uri="{FF2B5EF4-FFF2-40B4-BE49-F238E27FC236}">
                    <a16:creationId xmlns:a16="http://schemas.microsoft.com/office/drawing/2014/main" id="{70919E6B-A418-BF99-23AE-C02458949052}"/>
                  </a:ext>
                </a:extLst>
              </p:cNvPr>
              <p:cNvSpPr/>
              <p:nvPr/>
            </p:nvSpPr>
            <p:spPr>
              <a:xfrm>
                <a:off x="260646" y="756303"/>
                <a:ext cx="2380004" cy="884490"/>
              </a:xfrm>
              <a:prstGeom prst="roundRect">
                <a:avLst>
                  <a:gd name="adj" fmla="val 3556"/>
                </a:avLst>
              </a:prstGeom>
              <a:solidFill>
                <a:srgbClr val="DEE1E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pic>
            <p:nvPicPr>
              <p:cNvPr id="8" name="图片 7">
                <a:extLst>
                  <a:ext uri="{FF2B5EF4-FFF2-40B4-BE49-F238E27FC236}">
                    <a16:creationId xmlns:a16="http://schemas.microsoft.com/office/drawing/2014/main" id="{10D5DC55-FDF9-8279-430F-85E719C8A7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382899" y="841183"/>
                <a:ext cx="399042" cy="714729"/>
              </a:xfrm>
              <a:prstGeom prst="rect">
                <a:avLst/>
              </a:prstGeom>
            </p:spPr>
          </p:pic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4060B06F-F00C-A947-28BA-FB2E453B2915}"/>
                  </a:ext>
                </a:extLst>
              </p:cNvPr>
              <p:cNvSpPr txBox="1"/>
              <p:nvPr/>
            </p:nvSpPr>
            <p:spPr>
              <a:xfrm>
                <a:off x="716163" y="1008797"/>
                <a:ext cx="1924483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Thailand Surveillance Data</a:t>
                </a:r>
              </a:p>
              <a:p>
                <a:r>
                  <a:rPr lang="en-US" altLang="zh-CN" sz="10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(2008-2025)</a:t>
                </a:r>
              </a:p>
            </p:txBody>
          </p:sp>
        </p:grp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E14BE0C9-2E14-172E-4838-395BA2CA63BF}"/>
                </a:ext>
              </a:extLst>
            </p:cNvPr>
            <p:cNvSpPr/>
            <p:nvPr/>
          </p:nvSpPr>
          <p:spPr>
            <a:xfrm>
              <a:off x="4288013" y="2035051"/>
              <a:ext cx="5003307" cy="884490"/>
            </a:xfrm>
            <a:prstGeom prst="roundRect">
              <a:avLst>
                <a:gd name="adj" fmla="val 2060"/>
              </a:avLst>
            </a:prstGeom>
            <a:solidFill>
              <a:srgbClr val="F1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4B8456BD-A462-E0C0-AAF7-C688BA9B0753}"/>
                </a:ext>
              </a:extLst>
            </p:cNvPr>
            <p:cNvSpPr/>
            <p:nvPr/>
          </p:nvSpPr>
          <p:spPr>
            <a:xfrm>
              <a:off x="4288013" y="2031035"/>
              <a:ext cx="5003306" cy="282012"/>
            </a:xfrm>
            <a:prstGeom prst="roundRect">
              <a:avLst>
                <a:gd name="adj" fmla="val 6906"/>
              </a:avLst>
            </a:prstGeom>
            <a:solidFill>
              <a:srgbClr val="DEE1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Data Pre-processing &amp; Validation</a:t>
              </a:r>
              <a:endParaRPr lang="zh-CN" alt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F583D2C8-636F-7DF9-7D1A-23705653078F}"/>
                </a:ext>
              </a:extLst>
            </p:cNvPr>
            <p:cNvGrpSpPr/>
            <p:nvPr/>
          </p:nvGrpSpPr>
          <p:grpSpPr>
            <a:xfrm>
              <a:off x="1702604" y="6669591"/>
              <a:ext cx="4459485" cy="2233109"/>
              <a:chOff x="347411" y="2037406"/>
              <a:chExt cx="1571625" cy="2233109"/>
            </a:xfrm>
          </p:grpSpPr>
          <p:sp>
            <p:nvSpPr>
              <p:cNvPr id="36" name="矩形: 圆角 35">
                <a:extLst>
                  <a:ext uri="{FF2B5EF4-FFF2-40B4-BE49-F238E27FC236}">
                    <a16:creationId xmlns:a16="http://schemas.microsoft.com/office/drawing/2014/main" id="{70BEBCF3-6C84-2450-F6AD-539F864FDD75}"/>
                  </a:ext>
                </a:extLst>
              </p:cNvPr>
              <p:cNvSpPr/>
              <p:nvPr/>
            </p:nvSpPr>
            <p:spPr>
              <a:xfrm>
                <a:off x="347411" y="2041421"/>
                <a:ext cx="1571625" cy="2229094"/>
              </a:xfrm>
              <a:prstGeom prst="roundRect">
                <a:avLst>
                  <a:gd name="adj" fmla="val 665"/>
                </a:avLst>
              </a:prstGeom>
              <a:solidFill>
                <a:srgbClr val="F1F1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矩形: 圆角 36">
                <a:extLst>
                  <a:ext uri="{FF2B5EF4-FFF2-40B4-BE49-F238E27FC236}">
                    <a16:creationId xmlns:a16="http://schemas.microsoft.com/office/drawing/2014/main" id="{D6B1426C-7595-8ECA-3C5A-1BDC29A80BBC}"/>
                  </a:ext>
                </a:extLst>
              </p:cNvPr>
              <p:cNvSpPr/>
              <p:nvPr/>
            </p:nvSpPr>
            <p:spPr>
              <a:xfrm>
                <a:off x="347411" y="2037406"/>
                <a:ext cx="1571625" cy="282012"/>
              </a:xfrm>
              <a:prstGeom prst="roundRect">
                <a:avLst>
                  <a:gd name="adj" fmla="val 6906"/>
                </a:avLst>
              </a:prstGeom>
              <a:solidFill>
                <a:srgbClr val="DFD3E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Analytical Model</a:t>
                </a:r>
                <a:endPara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45EA808B-57E1-EB1F-32FB-5A7F2CCDF26E}"/>
                </a:ext>
              </a:extLst>
            </p:cNvPr>
            <p:cNvSpPr/>
            <p:nvPr/>
          </p:nvSpPr>
          <p:spPr>
            <a:xfrm>
              <a:off x="1691508" y="4776855"/>
              <a:ext cx="7599801" cy="1511613"/>
            </a:xfrm>
            <a:prstGeom prst="roundRect">
              <a:avLst>
                <a:gd name="adj" fmla="val 1163"/>
              </a:avLst>
            </a:prstGeom>
            <a:solidFill>
              <a:srgbClr val="F1F1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矩形: 圆角 39">
              <a:extLst>
                <a:ext uri="{FF2B5EF4-FFF2-40B4-BE49-F238E27FC236}">
                  <a16:creationId xmlns:a16="http://schemas.microsoft.com/office/drawing/2014/main" id="{91BB0B0F-D506-E11A-37AD-451889AD53C8}"/>
                </a:ext>
              </a:extLst>
            </p:cNvPr>
            <p:cNvSpPr/>
            <p:nvPr/>
          </p:nvSpPr>
          <p:spPr>
            <a:xfrm>
              <a:off x="1691513" y="4786090"/>
              <a:ext cx="7599800" cy="282012"/>
            </a:xfrm>
            <a:prstGeom prst="roundRect">
              <a:avLst>
                <a:gd name="adj" fmla="val 6906"/>
              </a:avLst>
            </a:prstGeom>
            <a:solidFill>
              <a:srgbClr val="EFCEC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Counterfactual Simulation</a:t>
              </a:r>
              <a:endParaRPr lang="zh-CN" altLang="en-US" sz="105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AB30BC46-BE22-1F72-859C-4734CBBAC6C1}"/>
                </a:ext>
              </a:extLst>
            </p:cNvPr>
            <p:cNvGrpSpPr/>
            <p:nvPr/>
          </p:nvGrpSpPr>
          <p:grpSpPr>
            <a:xfrm>
              <a:off x="1880656" y="7035273"/>
              <a:ext cx="945784" cy="792859"/>
              <a:chOff x="339545" y="3850443"/>
              <a:chExt cx="945784" cy="792859"/>
            </a:xfrm>
          </p:grpSpPr>
          <p:pic>
            <p:nvPicPr>
              <p:cNvPr id="75" name="图片 74">
                <a:extLst>
                  <a:ext uri="{FF2B5EF4-FFF2-40B4-BE49-F238E27FC236}">
                    <a16:creationId xmlns:a16="http://schemas.microsoft.com/office/drawing/2014/main" id="{B8EAFBF2-C37E-11DC-07BA-14566ABA5C6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duotone>
                  <a:schemeClr val="accent5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18070" y="3850443"/>
                <a:ext cx="388734" cy="388734"/>
              </a:xfrm>
              <a:prstGeom prst="rect">
                <a:avLst/>
              </a:prstGeom>
            </p:spPr>
          </p:pic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CE90F541-5D06-D465-054C-093E23979D14}"/>
                  </a:ext>
                </a:extLst>
              </p:cNvPr>
              <p:cNvSpPr txBox="1"/>
              <p:nvPr/>
            </p:nvSpPr>
            <p:spPr>
              <a:xfrm>
                <a:off x="339545" y="4243192"/>
                <a:ext cx="9457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1. Recovery </a:t>
                </a:r>
              </a:p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Classification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id="{B34414C5-8D2E-1935-1744-1324B345EF6F}"/>
                </a:ext>
              </a:extLst>
            </p:cNvPr>
            <p:cNvGrpSpPr/>
            <p:nvPr/>
          </p:nvGrpSpPr>
          <p:grpSpPr>
            <a:xfrm>
              <a:off x="3471256" y="7035273"/>
              <a:ext cx="945784" cy="792859"/>
              <a:chOff x="339545" y="3850443"/>
              <a:chExt cx="945784" cy="792859"/>
            </a:xfrm>
          </p:grpSpPr>
          <p:pic>
            <p:nvPicPr>
              <p:cNvPr id="79" name="图片 78">
                <a:extLst>
                  <a:ext uri="{FF2B5EF4-FFF2-40B4-BE49-F238E27FC236}">
                    <a16:creationId xmlns:a16="http://schemas.microsoft.com/office/drawing/2014/main" id="{A8D9E6FB-F828-8459-88C1-74E91F2323E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18070" y="3850443"/>
                <a:ext cx="388734" cy="388734"/>
              </a:xfrm>
              <a:prstGeom prst="rect">
                <a:avLst/>
              </a:prstGeom>
            </p:spPr>
          </p:pic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07DC7F32-2685-1A05-D970-A18A76D77330}"/>
                  </a:ext>
                </a:extLst>
              </p:cNvPr>
              <p:cNvSpPr txBox="1"/>
              <p:nvPr/>
            </p:nvSpPr>
            <p:spPr>
              <a:xfrm>
                <a:off x="339545" y="4243192"/>
                <a:ext cx="9457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2. Phenotype Probabilities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4BB4A129-07E3-0869-B241-8A0D6F6627E7}"/>
                </a:ext>
              </a:extLst>
            </p:cNvPr>
            <p:cNvGrpSpPr/>
            <p:nvPr/>
          </p:nvGrpSpPr>
          <p:grpSpPr>
            <a:xfrm>
              <a:off x="5061856" y="7035273"/>
              <a:ext cx="938153" cy="792859"/>
              <a:chOff x="339545" y="3850443"/>
              <a:chExt cx="938153" cy="792859"/>
            </a:xfrm>
          </p:grpSpPr>
          <p:pic>
            <p:nvPicPr>
              <p:cNvPr id="82" name="图片 81">
                <a:extLst>
                  <a:ext uri="{FF2B5EF4-FFF2-40B4-BE49-F238E27FC236}">
                    <a16:creationId xmlns:a16="http://schemas.microsoft.com/office/drawing/2014/main" id="{C3F3A03B-C474-466B-D538-54D062AF2C8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14254" y="3850443"/>
                <a:ext cx="388734" cy="388734"/>
              </a:xfrm>
              <a:prstGeom prst="rect">
                <a:avLst/>
              </a:prstGeom>
            </p:spPr>
          </p:pic>
          <p:sp>
            <p:nvSpPr>
              <p:cNvPr id="83" name="文本框 82">
                <a:extLst>
                  <a:ext uri="{FF2B5EF4-FFF2-40B4-BE49-F238E27FC236}">
                    <a16:creationId xmlns:a16="http://schemas.microsoft.com/office/drawing/2014/main" id="{D30DD03F-5803-5796-024B-57EBCA3502C2}"/>
                  </a:ext>
                </a:extLst>
              </p:cNvPr>
              <p:cNvSpPr txBox="1"/>
              <p:nvPr/>
            </p:nvSpPr>
            <p:spPr>
              <a:xfrm>
                <a:off x="339545" y="4243192"/>
                <a:ext cx="9381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3. Alternative Endpoints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1" name="组合 110">
              <a:extLst>
                <a:ext uri="{FF2B5EF4-FFF2-40B4-BE49-F238E27FC236}">
                  <a16:creationId xmlns:a16="http://schemas.microsoft.com/office/drawing/2014/main" id="{DDCF49FB-F0DB-F750-507A-69B8B28E4CF7}"/>
                </a:ext>
              </a:extLst>
            </p:cNvPr>
            <p:cNvGrpSpPr/>
            <p:nvPr/>
          </p:nvGrpSpPr>
          <p:grpSpPr>
            <a:xfrm>
              <a:off x="1898790" y="8024506"/>
              <a:ext cx="938153" cy="792859"/>
              <a:chOff x="339545" y="3850443"/>
              <a:chExt cx="938153" cy="792859"/>
            </a:xfrm>
          </p:grpSpPr>
          <p:pic>
            <p:nvPicPr>
              <p:cNvPr id="112" name="图片 111">
                <a:extLst>
                  <a:ext uri="{FF2B5EF4-FFF2-40B4-BE49-F238E27FC236}">
                    <a16:creationId xmlns:a16="http://schemas.microsoft.com/office/drawing/2014/main" id="{6FF2F42E-3A9D-8DE4-630B-F51B5D59B9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duotone>
                  <a:schemeClr val="accent3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14254" y="3850443"/>
                <a:ext cx="388734" cy="388734"/>
              </a:xfrm>
              <a:prstGeom prst="rect">
                <a:avLst/>
              </a:prstGeom>
            </p:spPr>
          </p:pic>
          <p:sp>
            <p:nvSpPr>
              <p:cNvPr id="113" name="文本框 112">
                <a:extLst>
                  <a:ext uri="{FF2B5EF4-FFF2-40B4-BE49-F238E27FC236}">
                    <a16:creationId xmlns:a16="http://schemas.microsoft.com/office/drawing/2014/main" id="{DC7B1E61-0750-CEF6-9D61-A5635F76D008}"/>
                  </a:ext>
                </a:extLst>
              </p:cNvPr>
              <p:cNvSpPr txBox="1"/>
              <p:nvPr/>
            </p:nvSpPr>
            <p:spPr>
              <a:xfrm>
                <a:off x="339545" y="4243192"/>
                <a:ext cx="9381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4. Seasonal Detection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4" name="组合 113">
              <a:extLst>
                <a:ext uri="{FF2B5EF4-FFF2-40B4-BE49-F238E27FC236}">
                  <a16:creationId xmlns:a16="http://schemas.microsoft.com/office/drawing/2014/main" id="{680B9675-B0DB-3BE2-C5E6-F788CA870869}"/>
                </a:ext>
              </a:extLst>
            </p:cNvPr>
            <p:cNvGrpSpPr/>
            <p:nvPr/>
          </p:nvGrpSpPr>
          <p:grpSpPr>
            <a:xfrm>
              <a:off x="3465704" y="8024506"/>
              <a:ext cx="938153" cy="792859"/>
              <a:chOff x="339545" y="3850443"/>
              <a:chExt cx="938153" cy="792859"/>
            </a:xfrm>
          </p:grpSpPr>
          <p:pic>
            <p:nvPicPr>
              <p:cNvPr id="115" name="图片 114">
                <a:extLst>
                  <a:ext uri="{FF2B5EF4-FFF2-40B4-BE49-F238E27FC236}">
                    <a16:creationId xmlns:a16="http://schemas.microsoft.com/office/drawing/2014/main" id="{F89B2C7F-434B-2247-CCF3-4A27DECA00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14254" y="3850443"/>
                <a:ext cx="388734" cy="388734"/>
              </a:xfrm>
              <a:prstGeom prst="rect">
                <a:avLst/>
              </a:prstGeom>
            </p:spPr>
          </p:pic>
          <p:sp>
            <p:nvSpPr>
              <p:cNvPr id="116" name="文本框 115">
                <a:extLst>
                  <a:ext uri="{FF2B5EF4-FFF2-40B4-BE49-F238E27FC236}">
                    <a16:creationId xmlns:a16="http://schemas.microsoft.com/office/drawing/2014/main" id="{75120903-0A60-3596-0CB4-5A261BDFE420}"/>
                  </a:ext>
                </a:extLst>
              </p:cNvPr>
              <p:cNvSpPr txBox="1"/>
              <p:nvPr/>
            </p:nvSpPr>
            <p:spPr>
              <a:xfrm>
                <a:off x="339545" y="4243192"/>
                <a:ext cx="938153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5. Contextual Triangulation 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17" name="组合 116">
              <a:extLst>
                <a:ext uri="{FF2B5EF4-FFF2-40B4-BE49-F238E27FC236}">
                  <a16:creationId xmlns:a16="http://schemas.microsoft.com/office/drawing/2014/main" id="{6A36333A-B79F-BD09-9BAD-F1D306A25736}"/>
                </a:ext>
              </a:extLst>
            </p:cNvPr>
            <p:cNvGrpSpPr/>
            <p:nvPr/>
          </p:nvGrpSpPr>
          <p:grpSpPr>
            <a:xfrm>
              <a:off x="5032617" y="8024506"/>
              <a:ext cx="1021758" cy="792859"/>
              <a:chOff x="339545" y="3850443"/>
              <a:chExt cx="1021758" cy="792859"/>
            </a:xfrm>
          </p:grpSpPr>
          <p:pic>
            <p:nvPicPr>
              <p:cNvPr id="118" name="图片 117">
                <a:extLst>
                  <a:ext uri="{FF2B5EF4-FFF2-40B4-BE49-F238E27FC236}">
                    <a16:creationId xmlns:a16="http://schemas.microsoft.com/office/drawing/2014/main" id="{517E512C-7075-42A3-0E63-9F0D68327D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/>
            </p:blipFill>
            <p:spPr>
              <a:xfrm>
                <a:off x="656057" y="3850443"/>
                <a:ext cx="388734" cy="388734"/>
              </a:xfrm>
              <a:prstGeom prst="rect">
                <a:avLst/>
              </a:prstGeom>
            </p:spPr>
          </p:pic>
          <p:sp>
            <p:nvSpPr>
              <p:cNvPr id="119" name="文本框 118">
                <a:extLst>
                  <a:ext uri="{FF2B5EF4-FFF2-40B4-BE49-F238E27FC236}">
                    <a16:creationId xmlns:a16="http://schemas.microsoft.com/office/drawing/2014/main" id="{E5907E2F-FD2A-F786-A5F7-4C8365A276D8}"/>
                  </a:ext>
                </a:extLst>
              </p:cNvPr>
              <p:cNvSpPr txBox="1"/>
              <p:nvPr/>
            </p:nvSpPr>
            <p:spPr>
              <a:xfrm>
                <a:off x="339545" y="4243192"/>
                <a:ext cx="102175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6. Operational Synthesis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41" name="组合 40">
              <a:extLst>
                <a:ext uri="{FF2B5EF4-FFF2-40B4-BE49-F238E27FC236}">
                  <a16:creationId xmlns:a16="http://schemas.microsoft.com/office/drawing/2014/main" id="{73B368E6-FF6A-1D39-715E-8C54A5EE908F}"/>
                </a:ext>
              </a:extLst>
            </p:cNvPr>
            <p:cNvGrpSpPr/>
            <p:nvPr/>
          </p:nvGrpSpPr>
          <p:grpSpPr>
            <a:xfrm>
              <a:off x="6742559" y="6667167"/>
              <a:ext cx="2521586" cy="2235532"/>
              <a:chOff x="606060" y="2037406"/>
              <a:chExt cx="2133063" cy="2235532"/>
            </a:xfrm>
          </p:grpSpPr>
          <p:sp>
            <p:nvSpPr>
              <p:cNvPr id="42" name="矩形: 圆角 41">
                <a:extLst>
                  <a:ext uri="{FF2B5EF4-FFF2-40B4-BE49-F238E27FC236}">
                    <a16:creationId xmlns:a16="http://schemas.microsoft.com/office/drawing/2014/main" id="{391A6EFC-AD30-9EB0-111C-D54B0363C369}"/>
                  </a:ext>
                </a:extLst>
              </p:cNvPr>
              <p:cNvSpPr/>
              <p:nvPr/>
            </p:nvSpPr>
            <p:spPr>
              <a:xfrm>
                <a:off x="617768" y="2043845"/>
                <a:ext cx="2121355" cy="2229093"/>
              </a:xfrm>
              <a:prstGeom prst="roundRect">
                <a:avLst>
                  <a:gd name="adj" fmla="val 1760"/>
                </a:avLst>
              </a:prstGeom>
              <a:solidFill>
                <a:srgbClr val="F1F1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矩形: 圆角 42">
                <a:extLst>
                  <a:ext uri="{FF2B5EF4-FFF2-40B4-BE49-F238E27FC236}">
                    <a16:creationId xmlns:a16="http://schemas.microsoft.com/office/drawing/2014/main" id="{EE3F59A0-D790-AB1F-D57E-5FF5F1AE4D13}"/>
                  </a:ext>
                </a:extLst>
              </p:cNvPr>
              <p:cNvSpPr/>
              <p:nvPr/>
            </p:nvSpPr>
            <p:spPr>
              <a:xfrm>
                <a:off x="606060" y="2037406"/>
                <a:ext cx="2121355" cy="282012"/>
              </a:xfrm>
              <a:prstGeom prst="roundRect">
                <a:avLst>
                  <a:gd name="adj" fmla="val 6906"/>
                </a:avLst>
              </a:prstGeom>
              <a:solidFill>
                <a:srgbClr val="D4E7E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Interactive Review Layer</a:t>
                </a:r>
                <a:endPara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id="{AB512BED-6259-16C7-B01E-D554A173C0B9}"/>
                </a:ext>
              </a:extLst>
            </p:cNvPr>
            <p:cNvSpPr txBox="1"/>
            <p:nvPr/>
          </p:nvSpPr>
          <p:spPr>
            <a:xfrm>
              <a:off x="4293448" y="2439033"/>
              <a:ext cx="1319953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Data Preparation:</a:t>
              </a:r>
            </a:p>
            <a:p>
              <a:pPr algn="ctr"/>
              <a:r>
                <a: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rPr>
                <a:t>72 monitored series</a:t>
              </a:r>
              <a:endParaRPr lang="zh-CN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30" name="直接箭头连接符 129">
              <a:extLst>
                <a:ext uri="{FF2B5EF4-FFF2-40B4-BE49-F238E27FC236}">
                  <a16:creationId xmlns:a16="http://schemas.microsoft.com/office/drawing/2014/main" id="{1699D739-012B-BEEA-A861-AF13144D454E}"/>
                </a:ext>
              </a:extLst>
            </p:cNvPr>
            <p:cNvCxnSpPr>
              <a:cxnSpLocks/>
              <a:stCxn id="128" idx="3"/>
            </p:cNvCxnSpPr>
            <p:nvPr/>
          </p:nvCxnSpPr>
          <p:spPr>
            <a:xfrm>
              <a:off x="5613401" y="2639088"/>
              <a:ext cx="4233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5C59312C-6FF4-5CCF-4BCF-32689B21856D}"/>
                </a:ext>
              </a:extLst>
            </p:cNvPr>
            <p:cNvGrpSpPr/>
            <p:nvPr/>
          </p:nvGrpSpPr>
          <p:grpSpPr>
            <a:xfrm>
              <a:off x="6102572" y="2347128"/>
              <a:ext cx="1379622" cy="589529"/>
              <a:chOff x="6085639" y="769946"/>
              <a:chExt cx="1379622" cy="589529"/>
            </a:xfrm>
          </p:grpSpPr>
          <p:pic>
            <p:nvPicPr>
              <p:cNvPr id="134" name="图片 133">
                <a:extLst>
                  <a:ext uri="{FF2B5EF4-FFF2-40B4-BE49-F238E27FC236}">
                    <a16:creationId xmlns:a16="http://schemas.microsoft.com/office/drawing/2014/main" id="{4E5FBE7A-8AFE-188F-CA47-E96C488CF3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85639" y="770127"/>
                <a:ext cx="400109" cy="400109"/>
              </a:xfrm>
              <a:prstGeom prst="rect">
                <a:avLst/>
              </a:prstGeom>
            </p:spPr>
          </p:pic>
          <p:pic>
            <p:nvPicPr>
              <p:cNvPr id="140" name="图片 139">
                <a:extLst>
                  <a:ext uri="{FF2B5EF4-FFF2-40B4-BE49-F238E27FC236}">
                    <a16:creationId xmlns:a16="http://schemas.microsoft.com/office/drawing/2014/main" id="{F3D3E68C-F5FF-CBB5-0D68-E77413D5187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7109345" y="769946"/>
                <a:ext cx="355916" cy="355916"/>
              </a:xfrm>
              <a:prstGeom prst="rect">
                <a:avLst/>
              </a:prstGeom>
            </p:spPr>
          </p:pic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9341AB2-FD1E-808D-0049-704BE6AFEDAF}"/>
                  </a:ext>
                </a:extLst>
              </p:cNvPr>
              <p:cNvSpPr txBox="1"/>
              <p:nvPr/>
            </p:nvSpPr>
            <p:spPr>
              <a:xfrm>
                <a:off x="6096000" y="1113254"/>
                <a:ext cx="1358900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Data Disaggregation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44" name="直接箭头连接符 143">
              <a:extLst>
                <a:ext uri="{FF2B5EF4-FFF2-40B4-BE49-F238E27FC236}">
                  <a16:creationId xmlns:a16="http://schemas.microsoft.com/office/drawing/2014/main" id="{C08F5459-C144-1887-94A7-846F59FE409C}"/>
                </a:ext>
              </a:extLst>
            </p:cNvPr>
            <p:cNvCxnSpPr>
              <a:cxnSpLocks/>
            </p:cNvCxnSpPr>
            <p:nvPr/>
          </p:nvCxnSpPr>
          <p:spPr>
            <a:xfrm>
              <a:off x="6612467" y="2547362"/>
              <a:ext cx="4233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id="{C206D2B2-6138-21ED-2DEF-5CAF2CD975ED}"/>
                </a:ext>
              </a:extLst>
            </p:cNvPr>
            <p:cNvSpPr txBox="1"/>
            <p:nvPr/>
          </p:nvSpPr>
          <p:spPr>
            <a:xfrm>
              <a:off x="7971367" y="2339295"/>
              <a:ext cx="1319953" cy="5539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Validated Series:</a:t>
              </a:r>
            </a:p>
            <a:p>
              <a:pPr algn="ctr"/>
              <a:r>
                <a: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rPr>
                <a:t>43 Descriptive</a:t>
              </a:r>
            </a:p>
            <a:p>
              <a:pPr algn="ctr"/>
              <a:r>
                <a: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rPr>
                <a:t>24 Counterfactual</a:t>
              </a:r>
              <a:endParaRPr lang="zh-CN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48" name="直接箭头连接符 147">
              <a:extLst>
                <a:ext uri="{FF2B5EF4-FFF2-40B4-BE49-F238E27FC236}">
                  <a16:creationId xmlns:a16="http://schemas.microsoft.com/office/drawing/2014/main" id="{124CAF10-15EC-A4ED-44CA-22113F91E952}"/>
                </a:ext>
              </a:extLst>
            </p:cNvPr>
            <p:cNvCxnSpPr>
              <a:cxnSpLocks/>
            </p:cNvCxnSpPr>
            <p:nvPr/>
          </p:nvCxnSpPr>
          <p:spPr>
            <a:xfrm>
              <a:off x="7598834" y="2634195"/>
              <a:ext cx="42333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3" name="组合 172">
              <a:extLst>
                <a:ext uri="{FF2B5EF4-FFF2-40B4-BE49-F238E27FC236}">
                  <a16:creationId xmlns:a16="http://schemas.microsoft.com/office/drawing/2014/main" id="{CCD41159-3530-F728-8DF5-0EE72FCA84EA}"/>
                </a:ext>
              </a:extLst>
            </p:cNvPr>
            <p:cNvGrpSpPr/>
            <p:nvPr/>
          </p:nvGrpSpPr>
          <p:grpSpPr>
            <a:xfrm>
              <a:off x="1691514" y="3177787"/>
              <a:ext cx="7599807" cy="1318568"/>
              <a:chOff x="1674580" y="1867928"/>
              <a:chExt cx="7599807" cy="1318568"/>
            </a:xfrm>
          </p:grpSpPr>
          <p:sp>
            <p:nvSpPr>
              <p:cNvPr id="32" name="矩形: 圆角 31">
                <a:extLst>
                  <a:ext uri="{FF2B5EF4-FFF2-40B4-BE49-F238E27FC236}">
                    <a16:creationId xmlns:a16="http://schemas.microsoft.com/office/drawing/2014/main" id="{A128A278-7044-351B-4F61-F95F3C9973CE}"/>
                  </a:ext>
                </a:extLst>
              </p:cNvPr>
              <p:cNvSpPr/>
              <p:nvPr/>
            </p:nvSpPr>
            <p:spPr>
              <a:xfrm>
                <a:off x="1674581" y="1871943"/>
                <a:ext cx="7599806" cy="1314553"/>
              </a:xfrm>
              <a:prstGeom prst="roundRect">
                <a:avLst>
                  <a:gd name="adj" fmla="val 2397"/>
                </a:avLst>
              </a:prstGeom>
              <a:solidFill>
                <a:srgbClr val="F1F1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3" name="矩形: 圆角 32">
                <a:extLst>
                  <a:ext uri="{FF2B5EF4-FFF2-40B4-BE49-F238E27FC236}">
                    <a16:creationId xmlns:a16="http://schemas.microsoft.com/office/drawing/2014/main" id="{D533C7A1-E765-2EF2-5BA9-E9B2F0ED4049}"/>
                  </a:ext>
                </a:extLst>
              </p:cNvPr>
              <p:cNvSpPr/>
              <p:nvPr/>
            </p:nvSpPr>
            <p:spPr>
              <a:xfrm>
                <a:off x="1674580" y="1867928"/>
                <a:ext cx="7599801" cy="282012"/>
              </a:xfrm>
              <a:prstGeom prst="roundRect">
                <a:avLst>
                  <a:gd name="adj" fmla="val 6906"/>
                </a:avLst>
              </a:prstGeom>
              <a:solidFill>
                <a:srgbClr val="F6E5CB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50" b="1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Forecasting Engine</a:t>
                </a:r>
                <a:endParaRPr lang="zh-CN" altLang="en-US" sz="105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72479AAD-9E57-B09D-EF9C-7019514FCC19}"/>
                  </a:ext>
                </a:extLst>
              </p:cNvPr>
              <p:cNvSpPr txBox="1"/>
              <p:nvPr/>
            </p:nvSpPr>
            <p:spPr>
              <a:xfrm>
                <a:off x="1957482" y="2846778"/>
                <a:ext cx="59763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NNAR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171DDF99-A332-01B2-09EF-F76F719041AB}"/>
                  </a:ext>
                </a:extLst>
              </p:cNvPr>
              <p:cNvSpPr txBox="1"/>
              <p:nvPr/>
            </p:nvSpPr>
            <p:spPr>
              <a:xfrm>
                <a:off x="2848754" y="2846778"/>
                <a:ext cx="59763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ETS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3" name="文本框 152">
                <a:extLst>
                  <a:ext uri="{FF2B5EF4-FFF2-40B4-BE49-F238E27FC236}">
                    <a16:creationId xmlns:a16="http://schemas.microsoft.com/office/drawing/2014/main" id="{8F7094D7-CC6D-E19E-07E3-5E3F14B6F7AA}"/>
                  </a:ext>
                </a:extLst>
              </p:cNvPr>
              <p:cNvSpPr txBox="1"/>
              <p:nvPr/>
            </p:nvSpPr>
            <p:spPr>
              <a:xfrm>
                <a:off x="3740026" y="2846778"/>
                <a:ext cx="738343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SARIMA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4" name="文本框 153">
                <a:extLst>
                  <a:ext uri="{FF2B5EF4-FFF2-40B4-BE49-F238E27FC236}">
                    <a16:creationId xmlns:a16="http://schemas.microsoft.com/office/drawing/2014/main" id="{E7A92288-AE40-D577-5BC5-F9D56B0F0AAD}"/>
                  </a:ext>
                </a:extLst>
              </p:cNvPr>
              <p:cNvSpPr txBox="1"/>
              <p:nvPr/>
            </p:nvSpPr>
            <p:spPr>
              <a:xfrm>
                <a:off x="4772004" y="2846778"/>
                <a:ext cx="59763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TBATS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5" name="文本框 154">
                <a:extLst>
                  <a:ext uri="{FF2B5EF4-FFF2-40B4-BE49-F238E27FC236}">
                    <a16:creationId xmlns:a16="http://schemas.microsoft.com/office/drawing/2014/main" id="{EDEB6F37-E2C4-C46A-D30D-606A79CA0DB9}"/>
                  </a:ext>
                </a:extLst>
              </p:cNvPr>
              <p:cNvSpPr txBox="1"/>
              <p:nvPr/>
            </p:nvSpPr>
            <p:spPr>
              <a:xfrm>
                <a:off x="5663276" y="2846778"/>
                <a:ext cx="59763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BSTS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6" name="文本框 155">
                <a:extLst>
                  <a:ext uri="{FF2B5EF4-FFF2-40B4-BE49-F238E27FC236}">
                    <a16:creationId xmlns:a16="http://schemas.microsoft.com/office/drawing/2014/main" id="{9F933DE0-835D-1C07-A7BB-9BDDDE88BD0E}"/>
                  </a:ext>
                </a:extLst>
              </p:cNvPr>
              <p:cNvSpPr txBox="1"/>
              <p:nvPr/>
            </p:nvSpPr>
            <p:spPr>
              <a:xfrm>
                <a:off x="6554548" y="2846778"/>
                <a:ext cx="597637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Hybrid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7" name="文本框 156">
                <a:extLst>
                  <a:ext uri="{FF2B5EF4-FFF2-40B4-BE49-F238E27FC236}">
                    <a16:creationId xmlns:a16="http://schemas.microsoft.com/office/drawing/2014/main" id="{A25A41DB-5873-4938-7438-F3F0452A1772}"/>
                  </a:ext>
                </a:extLst>
              </p:cNvPr>
              <p:cNvSpPr txBox="1"/>
              <p:nvPr/>
            </p:nvSpPr>
            <p:spPr>
              <a:xfrm>
                <a:off x="7287303" y="2846778"/>
                <a:ext cx="1084345" cy="24622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ARIMA(Fourier)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9" name="图片 158">
                <a:extLst>
                  <a:ext uri="{FF2B5EF4-FFF2-40B4-BE49-F238E27FC236}">
                    <a16:creationId xmlns:a16="http://schemas.microsoft.com/office/drawing/2014/main" id="{43A378B2-6AB3-05A3-7B62-7DC84CA85CC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68454" y="2226214"/>
                <a:ext cx="775691" cy="606009"/>
              </a:xfrm>
              <a:prstGeom prst="rect">
                <a:avLst/>
              </a:prstGeom>
            </p:spPr>
          </p:pic>
          <p:pic>
            <p:nvPicPr>
              <p:cNvPr id="161" name="图片 160">
                <a:extLst>
                  <a:ext uri="{FF2B5EF4-FFF2-40B4-BE49-F238E27FC236}">
                    <a16:creationId xmlns:a16="http://schemas.microsoft.com/office/drawing/2014/main" id="{F3015BDC-BB21-685C-7BA3-B9F10C91AA6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758790" y="2221357"/>
                <a:ext cx="775692" cy="606010"/>
              </a:xfrm>
              <a:prstGeom prst="rect">
                <a:avLst/>
              </a:prstGeom>
            </p:spPr>
          </p:pic>
          <p:pic>
            <p:nvPicPr>
              <p:cNvPr id="163" name="图片 162">
                <a:extLst>
                  <a:ext uri="{FF2B5EF4-FFF2-40B4-BE49-F238E27FC236}">
                    <a16:creationId xmlns:a16="http://schemas.microsoft.com/office/drawing/2014/main" id="{11BA7840-5491-C0C8-DC38-F40AFBFA64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726972" y="2232503"/>
                <a:ext cx="761425" cy="594863"/>
              </a:xfrm>
              <a:prstGeom prst="rect">
                <a:avLst/>
              </a:prstGeom>
            </p:spPr>
          </p:pic>
          <p:pic>
            <p:nvPicPr>
              <p:cNvPr id="165" name="图片 164">
                <a:extLst>
                  <a:ext uri="{FF2B5EF4-FFF2-40B4-BE49-F238E27FC236}">
                    <a16:creationId xmlns:a16="http://schemas.microsoft.com/office/drawing/2014/main" id="{4D3F857A-DC4D-B980-0992-6C0AD147A2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592138" y="2226214"/>
                <a:ext cx="761425" cy="594863"/>
              </a:xfrm>
              <a:prstGeom prst="rect">
                <a:avLst/>
              </a:prstGeom>
            </p:spPr>
          </p:pic>
          <p:pic>
            <p:nvPicPr>
              <p:cNvPr id="167" name="图片 166">
                <a:extLst>
                  <a:ext uri="{FF2B5EF4-FFF2-40B4-BE49-F238E27FC236}">
                    <a16:creationId xmlns:a16="http://schemas.microsoft.com/office/drawing/2014/main" id="{0C03D2B2-E057-606F-DEBD-A1980FDA3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699698" y="2232504"/>
                <a:ext cx="753375" cy="588574"/>
              </a:xfrm>
              <a:prstGeom prst="rect">
                <a:avLst/>
              </a:prstGeom>
            </p:spPr>
          </p:pic>
          <p:pic>
            <p:nvPicPr>
              <p:cNvPr id="169" name="图片 168">
                <a:extLst>
                  <a:ext uri="{FF2B5EF4-FFF2-40B4-BE49-F238E27FC236}">
                    <a16:creationId xmlns:a16="http://schemas.microsoft.com/office/drawing/2014/main" id="{445D5600-3DED-3736-2D0F-8BCA487E5F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65522" y="2232503"/>
                <a:ext cx="775691" cy="606009"/>
              </a:xfrm>
              <a:prstGeom prst="rect">
                <a:avLst/>
              </a:prstGeom>
            </p:spPr>
          </p:pic>
          <p:pic>
            <p:nvPicPr>
              <p:cNvPr id="171" name="图片 170">
                <a:extLst>
                  <a:ext uri="{FF2B5EF4-FFF2-40B4-BE49-F238E27FC236}">
                    <a16:creationId xmlns:a16="http://schemas.microsoft.com/office/drawing/2014/main" id="{D1FF04D2-64B0-4F8D-C4C4-9916BC661D1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427903" y="2239766"/>
                <a:ext cx="771844" cy="603003"/>
              </a:xfrm>
              <a:prstGeom prst="rect">
                <a:avLst/>
              </a:prstGeom>
            </p:spPr>
          </p:pic>
          <p:sp>
            <p:nvSpPr>
              <p:cNvPr id="172" name="文本框 171">
                <a:extLst>
                  <a:ext uri="{FF2B5EF4-FFF2-40B4-BE49-F238E27FC236}">
                    <a16:creationId xmlns:a16="http://schemas.microsoft.com/office/drawing/2014/main" id="{7D43B1CD-30A0-D2CA-9F2D-96CBD74EC12B}"/>
                  </a:ext>
                </a:extLst>
              </p:cNvPr>
              <p:cNvSpPr txBox="1"/>
              <p:nvPr/>
            </p:nvSpPr>
            <p:spPr>
              <a:xfrm>
                <a:off x="8226925" y="2258508"/>
                <a:ext cx="1020284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altLang="zh-CN" sz="100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sMAPE</a:t>
                </a:r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, RMSE, MASE</a:t>
                </a:r>
              </a:p>
              <a:p>
                <a:pPr algn="ctr"/>
                <a:r>
                  <a:rPr lang="en-US" altLang="zh-CN" sz="1000" dirty="0">
                    <a:latin typeface="Arial" panose="020B0604020202020204" pitchFamily="34" charset="0"/>
                    <a:cs typeface="Arial" panose="020B0604020202020204" pitchFamily="34" charset="0"/>
                  </a:rPr>
                  <a:t>3 rolling splits</a:t>
                </a:r>
                <a:endParaRPr lang="zh-CN" altLang="en-US" sz="10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74" name="矩形: 圆角 173">
              <a:extLst>
                <a:ext uri="{FF2B5EF4-FFF2-40B4-BE49-F238E27FC236}">
                  <a16:creationId xmlns:a16="http://schemas.microsoft.com/office/drawing/2014/main" id="{863FC32F-BA97-B3A5-2B6C-795DECFED389}"/>
                </a:ext>
              </a:extLst>
            </p:cNvPr>
            <p:cNvSpPr/>
            <p:nvPr/>
          </p:nvSpPr>
          <p:spPr>
            <a:xfrm>
              <a:off x="1885388" y="5472388"/>
              <a:ext cx="1425079" cy="418150"/>
            </a:xfrm>
            <a:prstGeom prst="roundRect">
              <a:avLst>
                <a:gd name="adj" fmla="val 5628"/>
              </a:avLst>
            </a:prstGeom>
            <a:solidFill>
              <a:srgbClr val="EFCEC7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Best Model Refit on</a:t>
              </a:r>
            </a:p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2008-2019</a:t>
              </a:r>
              <a:endParaRPr lang="zh-CN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176" name="图片 175">
              <a:extLst>
                <a:ext uri="{FF2B5EF4-FFF2-40B4-BE49-F238E27FC236}">
                  <a16:creationId xmlns:a16="http://schemas.microsoft.com/office/drawing/2014/main" id="{8F2D385F-BF4D-9C5C-4E57-3C3C877955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82608" y="5150016"/>
              <a:ext cx="2607932" cy="833793"/>
            </a:xfrm>
            <a:prstGeom prst="rect">
              <a:avLst/>
            </a:prstGeom>
          </p:spPr>
        </p:pic>
        <p:sp>
          <p:nvSpPr>
            <p:cNvPr id="177" name="文本框 176">
              <a:extLst>
                <a:ext uri="{FF2B5EF4-FFF2-40B4-BE49-F238E27FC236}">
                  <a16:creationId xmlns:a16="http://schemas.microsoft.com/office/drawing/2014/main" id="{9AE24E2F-72DB-3398-BF58-6193B5A38BB5}"/>
                </a:ext>
              </a:extLst>
            </p:cNvPr>
            <p:cNvSpPr txBox="1"/>
            <p:nvPr/>
          </p:nvSpPr>
          <p:spPr>
            <a:xfrm>
              <a:off x="4071514" y="6055498"/>
              <a:ext cx="2619027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000" dirty="0">
                  <a:latin typeface="Arial" panose="020B0604020202020204" pitchFamily="34" charset="0"/>
                  <a:cs typeface="Arial" panose="020B0604020202020204" pitchFamily="34" charset="0"/>
                </a:rPr>
                <a:t>5000 Simulated Forecast Paths</a:t>
              </a:r>
              <a:endParaRPr lang="zh-CN" altLang="en-US" sz="1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78" name="矩形: 圆角 177">
              <a:extLst>
                <a:ext uri="{FF2B5EF4-FFF2-40B4-BE49-F238E27FC236}">
                  <a16:creationId xmlns:a16="http://schemas.microsoft.com/office/drawing/2014/main" id="{943418F8-9170-2527-8756-17A88F2B22D5}"/>
                </a:ext>
              </a:extLst>
            </p:cNvPr>
            <p:cNvSpPr/>
            <p:nvPr/>
          </p:nvSpPr>
          <p:spPr>
            <a:xfrm>
              <a:off x="7482195" y="5472388"/>
              <a:ext cx="1618926" cy="418150"/>
            </a:xfrm>
            <a:prstGeom prst="roundRect">
              <a:avLst>
                <a:gd name="adj" fmla="val 5628"/>
              </a:avLst>
            </a:prstGeom>
            <a:solidFill>
              <a:srgbClr val="EFCEC7"/>
            </a:solidFill>
            <a:ln w="127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80% and 95% Predicted Intervals (PIs)</a:t>
              </a:r>
              <a:endParaRPr lang="zh-CN" altLang="en-US" sz="10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79" name="直接箭头连接符 178">
              <a:extLst>
                <a:ext uri="{FF2B5EF4-FFF2-40B4-BE49-F238E27FC236}">
                  <a16:creationId xmlns:a16="http://schemas.microsoft.com/office/drawing/2014/main" id="{345E84D8-0301-E223-07A4-113210D84EB2}"/>
                </a:ext>
              </a:extLst>
            </p:cNvPr>
            <p:cNvCxnSpPr>
              <a:cxnSpLocks/>
            </p:cNvCxnSpPr>
            <p:nvPr/>
          </p:nvCxnSpPr>
          <p:spPr>
            <a:xfrm>
              <a:off x="3416300" y="5682195"/>
              <a:ext cx="5799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直接箭头连接符 180">
              <a:extLst>
                <a:ext uri="{FF2B5EF4-FFF2-40B4-BE49-F238E27FC236}">
                  <a16:creationId xmlns:a16="http://schemas.microsoft.com/office/drawing/2014/main" id="{253C1C6B-9525-FDC4-613C-6D9988FD5ABE}"/>
                </a:ext>
              </a:extLst>
            </p:cNvPr>
            <p:cNvCxnSpPr>
              <a:cxnSpLocks/>
            </p:cNvCxnSpPr>
            <p:nvPr/>
          </p:nvCxnSpPr>
          <p:spPr>
            <a:xfrm>
              <a:off x="6790266" y="5685109"/>
              <a:ext cx="579967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pic>
          <p:nvPicPr>
            <p:cNvPr id="183" name="图片 182">
              <a:extLst>
                <a:ext uri="{FF2B5EF4-FFF2-40B4-BE49-F238E27FC236}">
                  <a16:creationId xmlns:a16="http://schemas.microsoft.com/office/drawing/2014/main" id="{01A6843E-5DB5-24AA-8D97-C6E965475A5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7107361" y="7018128"/>
              <a:ext cx="1757742" cy="883688"/>
            </a:xfrm>
            <a:prstGeom prst="rect">
              <a:avLst/>
            </a:prstGeom>
          </p:spPr>
        </p:pic>
        <p:pic>
          <p:nvPicPr>
            <p:cNvPr id="185" name="图片 184">
              <a:extLst>
                <a:ext uri="{FF2B5EF4-FFF2-40B4-BE49-F238E27FC236}">
                  <a16:creationId xmlns:a16="http://schemas.microsoft.com/office/drawing/2014/main" id="{7C13C4C8-3A90-919B-20AD-1FB4A03FAA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7107360" y="7970765"/>
              <a:ext cx="1757741" cy="883688"/>
            </a:xfrm>
            <a:prstGeom prst="rect">
              <a:avLst/>
            </a:prstGeom>
          </p:spPr>
        </p:pic>
        <p:cxnSp>
          <p:nvCxnSpPr>
            <p:cNvPr id="187" name="连接符: 肘形 186">
              <a:extLst>
                <a:ext uri="{FF2B5EF4-FFF2-40B4-BE49-F238E27FC236}">
                  <a16:creationId xmlns:a16="http://schemas.microsoft.com/office/drawing/2014/main" id="{56133922-9CE0-5AFC-6FB6-D3DE3508EC9B}"/>
                </a:ext>
              </a:extLst>
            </p:cNvPr>
            <p:cNvCxnSpPr>
              <a:stCxn id="10" idx="3"/>
              <a:endCxn id="128" idx="1"/>
            </p:cNvCxnSpPr>
            <p:nvPr/>
          </p:nvCxnSpPr>
          <p:spPr>
            <a:xfrm>
              <a:off x="4071513" y="2495294"/>
              <a:ext cx="221935" cy="143794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88" name="连接符: 肘形 187">
              <a:extLst>
                <a:ext uri="{FF2B5EF4-FFF2-40B4-BE49-F238E27FC236}">
                  <a16:creationId xmlns:a16="http://schemas.microsoft.com/office/drawing/2014/main" id="{86BB5A3C-DC78-B4D3-388A-D360C2D2B482}"/>
                </a:ext>
              </a:extLst>
            </p:cNvPr>
            <p:cNvCxnSpPr>
              <a:cxnSpLocks/>
              <a:stCxn id="147" idx="2"/>
              <a:endCxn id="33" idx="0"/>
            </p:cNvCxnSpPr>
            <p:nvPr/>
          </p:nvCxnSpPr>
          <p:spPr>
            <a:xfrm rot="5400000">
              <a:off x="6919133" y="1465576"/>
              <a:ext cx="284494" cy="3139929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1" name="连接符: 肘形 190">
              <a:extLst>
                <a:ext uri="{FF2B5EF4-FFF2-40B4-BE49-F238E27FC236}">
                  <a16:creationId xmlns:a16="http://schemas.microsoft.com/office/drawing/2014/main" id="{0B3CC031-ED4C-4596-DA90-A26DB8704798}"/>
                </a:ext>
              </a:extLst>
            </p:cNvPr>
            <p:cNvCxnSpPr>
              <a:cxnSpLocks/>
              <a:stCxn id="32" idx="2"/>
              <a:endCxn id="40" idx="0"/>
            </p:cNvCxnSpPr>
            <p:nvPr/>
          </p:nvCxnSpPr>
          <p:spPr>
            <a:xfrm rot="5400000">
              <a:off x="5346549" y="4641220"/>
              <a:ext cx="289735" cy="5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4" name="连接符: 肘形 193">
              <a:extLst>
                <a:ext uri="{FF2B5EF4-FFF2-40B4-BE49-F238E27FC236}">
                  <a16:creationId xmlns:a16="http://schemas.microsoft.com/office/drawing/2014/main" id="{1AE96CF7-6F3A-776D-63F1-2AABCB8E465F}"/>
                </a:ext>
              </a:extLst>
            </p:cNvPr>
            <p:cNvCxnSpPr>
              <a:cxnSpLocks/>
              <a:stCxn id="177" idx="2"/>
              <a:endCxn id="37" idx="0"/>
            </p:cNvCxnSpPr>
            <p:nvPr/>
          </p:nvCxnSpPr>
          <p:spPr>
            <a:xfrm rot="5400000">
              <a:off x="4472752" y="5761315"/>
              <a:ext cx="367872" cy="144868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197" name="连接符: 肘形 196">
              <a:extLst>
                <a:ext uri="{FF2B5EF4-FFF2-40B4-BE49-F238E27FC236}">
                  <a16:creationId xmlns:a16="http://schemas.microsoft.com/office/drawing/2014/main" id="{CE61FA8B-2E85-096B-A8DD-560B57442416}"/>
                </a:ext>
              </a:extLst>
            </p:cNvPr>
            <p:cNvCxnSpPr>
              <a:cxnSpLocks/>
              <a:stCxn id="36" idx="3"/>
              <a:endCxn id="183" idx="1"/>
            </p:cNvCxnSpPr>
            <p:nvPr/>
          </p:nvCxnSpPr>
          <p:spPr>
            <a:xfrm flipV="1">
              <a:off x="6162089" y="7459972"/>
              <a:ext cx="945272" cy="328181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26130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136</TotalTime>
  <Words>96</Words>
  <Application>Microsoft Office PowerPoint</Application>
  <PresentationFormat>自定义</PresentationFormat>
  <Paragraphs>34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Conner Lee</dc:creator>
  <cp:lastModifiedBy>Conner Lee</cp:lastModifiedBy>
  <cp:revision>1</cp:revision>
  <dcterms:created xsi:type="dcterms:W3CDTF">2026-04-07T09:41:30Z</dcterms:created>
  <dcterms:modified xsi:type="dcterms:W3CDTF">2026-04-07T11:58:05Z</dcterms:modified>
</cp:coreProperties>
</file>